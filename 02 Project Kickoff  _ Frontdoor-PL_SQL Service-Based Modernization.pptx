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5"/>
    <p:sldMasterId id="214748370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embeddedFontLst>
    <p:embeddedFont>
      <p:font typeface="Proxima Nova"/>
      <p:regular r:id="rId36"/>
      <p:bold r:id="rId37"/>
      <p:italic r:id="rId38"/>
      <p:boldItalic r:id="rId39"/>
    </p:embeddedFont>
    <p:embeddedFont>
      <p:font typeface="Poppins Light"/>
      <p:regular r:id="rId40"/>
      <p:bold r:id="rId41"/>
      <p:italic r:id="rId42"/>
      <p:boldItalic r:id="rId43"/>
    </p:embeddedFont>
    <p:embeddedFont>
      <p:font typeface="Plus Jakarta Sans Medium"/>
      <p:regular r:id="rId44"/>
      <p:bold r:id="rId45"/>
      <p:italic r:id="rId46"/>
      <p:boldItalic r:id="rId47"/>
    </p:embeddedFont>
    <p:embeddedFont>
      <p:font typeface="Work Sans Light"/>
      <p:regular r:id="rId48"/>
      <p:bold r:id="rId49"/>
      <p:italic r:id="rId50"/>
      <p:boldItalic r:id="rId51"/>
    </p:embeddedFont>
    <p:embeddedFont>
      <p:font typeface="Helvetica Neue"/>
      <p:regular r:id="rId52"/>
      <p:bold r:id="rId53"/>
      <p:italic r:id="rId54"/>
      <p:boldItalic r:id="rId55"/>
    </p:embeddedFont>
    <p:embeddedFont>
      <p:font typeface="Roboto"/>
      <p:regular r:id="rId56"/>
      <p:bold r:id="rId57"/>
      <p:italic r:id="rId58"/>
      <p:boldItalic r:id="rId59"/>
    </p:embeddedFont>
    <p:embeddedFont>
      <p:font typeface="Plus Jakarta Sans"/>
      <p:regular r:id="rId60"/>
      <p:bold r:id="rId61"/>
      <p:italic r:id="rId62"/>
      <p:boldItalic r:id="rId63"/>
    </p:embeddedFont>
    <p:embeddedFont>
      <p:font typeface="Poppins"/>
      <p:regular r:id="rId64"/>
      <p:bold r:id="rId65"/>
      <p:italic r:id="rId66"/>
      <p:boldItalic r:id="rId67"/>
    </p:embeddedFont>
    <p:embeddedFont>
      <p:font typeface="Work Sans Medium"/>
      <p:regular r:id="rId68"/>
      <p:bold r:id="rId69"/>
      <p:italic r:id="rId70"/>
      <p:boldItalic r:id="rId71"/>
    </p:embeddedFont>
    <p:embeddedFont>
      <p:font typeface="Plus Jakarta Sans SemiBold"/>
      <p:regular r:id="rId72"/>
      <p:bold r:id="rId73"/>
      <p:italic r:id="rId74"/>
      <p:boldItalic r:id="rId75"/>
    </p:embeddedFont>
    <p:embeddedFont>
      <p:font typeface="Plus Jakarta Sans Light"/>
      <p:regular r:id="rId76"/>
      <p:bold r:id="rId77"/>
      <p:italic r:id="rId78"/>
      <p:boldItalic r:id="rId79"/>
    </p:embeddedFont>
    <p:embeddedFont>
      <p:font typeface="Poppins Medium"/>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E7FE4D-49C8-4E87-91DA-DCC65A12446D}">
  <a:tblStyle styleId="{22E7FE4D-49C8-4E87-91DA-DCC65A12446D}"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4668577-4333-4DFD-9E2B-155F8995ABA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901A3D3-AD27-4041-8FC5-02E5826EAA2E}"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regular.fntdata"/><Relationship Id="rId83" Type="http://schemas.openxmlformats.org/officeDocument/2006/relationships/font" Target="fonts/PoppinsMedium-boldItalic.fntdata"/><Relationship Id="rId42" Type="http://schemas.openxmlformats.org/officeDocument/2006/relationships/font" Target="fonts/PoppinsLight-italic.fntdata"/><Relationship Id="rId41" Type="http://schemas.openxmlformats.org/officeDocument/2006/relationships/font" Target="fonts/PoppinsLight-bold.fntdata"/><Relationship Id="rId44" Type="http://schemas.openxmlformats.org/officeDocument/2006/relationships/font" Target="fonts/PlusJakartaSansMedium-regular.fntdata"/><Relationship Id="rId43" Type="http://schemas.openxmlformats.org/officeDocument/2006/relationships/font" Target="fonts/PoppinsLight-boldItalic.fntdata"/><Relationship Id="rId46" Type="http://schemas.openxmlformats.org/officeDocument/2006/relationships/font" Target="fonts/PlusJakartaSansMedium-italic.fntdata"/><Relationship Id="rId45" Type="http://schemas.openxmlformats.org/officeDocument/2006/relationships/font" Target="fonts/PlusJakartaSansMedium-bold.fntdata"/><Relationship Id="rId80" Type="http://schemas.openxmlformats.org/officeDocument/2006/relationships/font" Target="fonts/PoppinsMedium-regular.fntdata"/><Relationship Id="rId82" Type="http://schemas.openxmlformats.org/officeDocument/2006/relationships/font" Target="fonts/PoppinsMedium-italic.fntdata"/><Relationship Id="rId81" Type="http://schemas.openxmlformats.org/officeDocument/2006/relationships/font" Target="fonts/Poppins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WorkSansLight-regular.fntdata"/><Relationship Id="rId47" Type="http://schemas.openxmlformats.org/officeDocument/2006/relationships/font" Target="fonts/PlusJakartaSansMedium-boldItalic.fntdata"/><Relationship Id="rId49" Type="http://schemas.openxmlformats.org/officeDocument/2006/relationships/font" Target="fonts/WorkSansLigh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PlusJakartaSansSemiBold-bold.fntdata"/><Relationship Id="rId72" Type="http://schemas.openxmlformats.org/officeDocument/2006/relationships/font" Target="fonts/PlusJakartaSansSemiBold-regular.fntdata"/><Relationship Id="rId31" Type="http://schemas.openxmlformats.org/officeDocument/2006/relationships/slide" Target="slides/slide24.xml"/><Relationship Id="rId75" Type="http://schemas.openxmlformats.org/officeDocument/2006/relationships/font" Target="fonts/PlusJakartaSansSemiBold-boldItalic.fntdata"/><Relationship Id="rId30" Type="http://schemas.openxmlformats.org/officeDocument/2006/relationships/slide" Target="slides/slide23.xml"/><Relationship Id="rId74" Type="http://schemas.openxmlformats.org/officeDocument/2006/relationships/font" Target="fonts/PlusJakartaSansSemiBold-italic.fntdata"/><Relationship Id="rId33" Type="http://schemas.openxmlformats.org/officeDocument/2006/relationships/slide" Target="slides/slide26.xml"/><Relationship Id="rId77" Type="http://schemas.openxmlformats.org/officeDocument/2006/relationships/font" Target="fonts/PlusJakartaSansLight-bold.fntdata"/><Relationship Id="rId32" Type="http://schemas.openxmlformats.org/officeDocument/2006/relationships/slide" Target="slides/slide25.xml"/><Relationship Id="rId76" Type="http://schemas.openxmlformats.org/officeDocument/2006/relationships/font" Target="fonts/PlusJakartaSansLight-regular.fntdata"/><Relationship Id="rId35" Type="http://schemas.openxmlformats.org/officeDocument/2006/relationships/slide" Target="slides/slide28.xml"/><Relationship Id="rId79" Type="http://schemas.openxmlformats.org/officeDocument/2006/relationships/font" Target="fonts/PlusJakartaSansLight-boldItalic.fntdata"/><Relationship Id="rId34" Type="http://schemas.openxmlformats.org/officeDocument/2006/relationships/slide" Target="slides/slide27.xml"/><Relationship Id="rId78" Type="http://schemas.openxmlformats.org/officeDocument/2006/relationships/font" Target="fonts/PlusJakartaSansLight-italic.fntdata"/><Relationship Id="rId71" Type="http://schemas.openxmlformats.org/officeDocument/2006/relationships/font" Target="fonts/WorkSansMedium-boldItalic.fntdata"/><Relationship Id="rId70" Type="http://schemas.openxmlformats.org/officeDocument/2006/relationships/font" Target="fonts/WorkSansMedium-italic.fntdata"/><Relationship Id="rId37" Type="http://schemas.openxmlformats.org/officeDocument/2006/relationships/font" Target="fonts/ProximaNova-bold.fntdata"/><Relationship Id="rId36" Type="http://schemas.openxmlformats.org/officeDocument/2006/relationships/font" Target="fonts/ProximaNova-regular.fntdata"/><Relationship Id="rId39" Type="http://schemas.openxmlformats.org/officeDocument/2006/relationships/font" Target="fonts/ProximaNova-boldItalic.fntdata"/><Relationship Id="rId38" Type="http://schemas.openxmlformats.org/officeDocument/2006/relationships/font" Target="fonts/ProximaNova-italic.fntdata"/><Relationship Id="rId62" Type="http://schemas.openxmlformats.org/officeDocument/2006/relationships/font" Target="fonts/PlusJakartaSans-italic.fntdata"/><Relationship Id="rId61" Type="http://schemas.openxmlformats.org/officeDocument/2006/relationships/font" Target="fonts/PlusJakartaSans-bold.fntdata"/><Relationship Id="rId20" Type="http://schemas.openxmlformats.org/officeDocument/2006/relationships/slide" Target="slides/slide13.xml"/><Relationship Id="rId64" Type="http://schemas.openxmlformats.org/officeDocument/2006/relationships/font" Target="fonts/Poppins-regular.fntdata"/><Relationship Id="rId63" Type="http://schemas.openxmlformats.org/officeDocument/2006/relationships/font" Target="fonts/PlusJakartaSans-boldItalic.fntdata"/><Relationship Id="rId22" Type="http://schemas.openxmlformats.org/officeDocument/2006/relationships/slide" Target="slides/slide15.xml"/><Relationship Id="rId66" Type="http://schemas.openxmlformats.org/officeDocument/2006/relationships/font" Target="fonts/Poppins-italic.fntdata"/><Relationship Id="rId21" Type="http://schemas.openxmlformats.org/officeDocument/2006/relationships/slide" Target="slides/slide14.xml"/><Relationship Id="rId65" Type="http://schemas.openxmlformats.org/officeDocument/2006/relationships/font" Target="fonts/Poppins-bold.fntdata"/><Relationship Id="rId24" Type="http://schemas.openxmlformats.org/officeDocument/2006/relationships/slide" Target="slides/slide17.xml"/><Relationship Id="rId68" Type="http://schemas.openxmlformats.org/officeDocument/2006/relationships/font" Target="fonts/WorkSansMedium-regular.fntdata"/><Relationship Id="rId23" Type="http://schemas.openxmlformats.org/officeDocument/2006/relationships/slide" Target="slides/slide16.xml"/><Relationship Id="rId67" Type="http://schemas.openxmlformats.org/officeDocument/2006/relationships/font" Target="fonts/Poppins-boldItalic.fntdata"/><Relationship Id="rId60" Type="http://schemas.openxmlformats.org/officeDocument/2006/relationships/font" Target="fonts/PlusJakartaSans-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WorkSansMedium-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WorkSansLight-boldItalic.fntdata"/><Relationship Id="rId50" Type="http://schemas.openxmlformats.org/officeDocument/2006/relationships/font" Target="fonts/WorkSansLight-italic.fntdata"/><Relationship Id="rId53" Type="http://schemas.openxmlformats.org/officeDocument/2006/relationships/font" Target="fonts/HelveticaNeue-bold.fntdata"/><Relationship Id="rId52" Type="http://schemas.openxmlformats.org/officeDocument/2006/relationships/font" Target="fonts/HelveticaNeue-regular.fntdata"/><Relationship Id="rId11" Type="http://schemas.openxmlformats.org/officeDocument/2006/relationships/slide" Target="slides/slide4.xml"/><Relationship Id="rId55" Type="http://schemas.openxmlformats.org/officeDocument/2006/relationships/font" Target="fonts/HelveticaNeue-boldItalic.fntdata"/><Relationship Id="rId10" Type="http://schemas.openxmlformats.org/officeDocument/2006/relationships/slide" Target="slides/slide3.xml"/><Relationship Id="rId54" Type="http://schemas.openxmlformats.org/officeDocument/2006/relationships/font" Target="fonts/HelveticaNeue-italic.fntdata"/><Relationship Id="rId13" Type="http://schemas.openxmlformats.org/officeDocument/2006/relationships/slide" Target="slides/slide6.xml"/><Relationship Id="rId57" Type="http://schemas.openxmlformats.org/officeDocument/2006/relationships/font" Target="fonts/Roboto-bold.fntdata"/><Relationship Id="rId12" Type="http://schemas.openxmlformats.org/officeDocument/2006/relationships/slide" Target="slides/slide5.xml"/><Relationship Id="rId56" Type="http://schemas.openxmlformats.org/officeDocument/2006/relationships/font" Target="fonts/Roboto-regular.fntdata"/><Relationship Id="rId15" Type="http://schemas.openxmlformats.org/officeDocument/2006/relationships/slide" Target="slides/slide8.xml"/><Relationship Id="rId59" Type="http://schemas.openxmlformats.org/officeDocument/2006/relationships/font" Target="fonts/Roboto-boldItalic.fntdata"/><Relationship Id="rId14" Type="http://schemas.openxmlformats.org/officeDocument/2006/relationships/slide" Target="slides/slide7.xml"/><Relationship Id="rId58" Type="http://schemas.openxmlformats.org/officeDocument/2006/relationships/font" Target="fonts/Roboto-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fe86319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afe86319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afe86319c7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afe86319c7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a:p>
            <a:pPr indent="0" lvl="0" marL="0" rtl="0" algn="l">
              <a:spcBef>
                <a:spcPts val="0"/>
              </a:spcBef>
              <a:spcAft>
                <a:spcPts val="0"/>
              </a:spcAft>
              <a:buNone/>
            </a:pPr>
            <a:r>
              <a:t/>
            </a:r>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Welcome &amp; Project Objectives</a:t>
            </a:r>
            <a:endParaRPr sz="1200">
              <a:solidFill>
                <a:srgbClr val="040A1B"/>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Team Introductions</a:t>
            </a:r>
            <a:endParaRPr sz="1200">
              <a:solidFill>
                <a:srgbClr val="040A1B"/>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Project Scope &amp; Deliverables</a:t>
            </a:r>
            <a:endParaRPr sz="1200">
              <a:solidFill>
                <a:srgbClr val="040A1B"/>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Implementation Approach</a:t>
            </a:r>
            <a:endParaRPr sz="1200">
              <a:solidFill>
                <a:srgbClr val="040A1B"/>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Anticipated Risks</a:t>
            </a:r>
            <a:endParaRPr sz="1200">
              <a:solidFill>
                <a:srgbClr val="040A1B"/>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Project Communication </a:t>
            </a:r>
            <a:endParaRPr sz="1200">
              <a:solidFill>
                <a:srgbClr val="040A1B"/>
              </a:solidFill>
              <a:highlight>
                <a:srgbClr val="FFFF00"/>
              </a:highlight>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rgbClr val="040A1B"/>
              </a:buClr>
              <a:buSzPts val="1200"/>
              <a:buFont typeface="Plus Jakarta Sans Light"/>
              <a:buChar char="●"/>
            </a:pPr>
            <a:r>
              <a:rPr lang="en" sz="1200">
                <a:solidFill>
                  <a:srgbClr val="040A1B"/>
                </a:solidFill>
                <a:latin typeface="Plus Jakarta Sans Light"/>
                <a:ea typeface="Plus Jakarta Sans Light"/>
                <a:cs typeface="Plus Jakarta Sans Light"/>
                <a:sym typeface="Plus Jakarta Sans Light"/>
              </a:rPr>
              <a:t>Next Steps</a:t>
            </a:r>
            <a:endParaRPr sz="1200">
              <a:solidFill>
                <a:srgbClr val="040A1B"/>
              </a:solidFill>
              <a:latin typeface="Plus Jakarta Sans Light"/>
              <a:ea typeface="Plus Jakarta Sans Light"/>
              <a:cs typeface="Plus Jakarta Sans Light"/>
              <a:sym typeface="Plus Jakarta Sans Ligh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f98a274c8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f98a274c8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Project objectives as outlined in the SOW:</a:t>
            </a:r>
            <a:endParaRPr/>
          </a:p>
          <a:p>
            <a:pPr indent="0" lvl="0" marL="0" rtl="0" algn="l">
              <a:spcBef>
                <a:spcPts val="0"/>
              </a:spcBef>
              <a:spcAft>
                <a:spcPts val="0"/>
              </a:spcAft>
              <a:buNone/>
            </a:pPr>
            <a:r>
              <a:rPr lang="en"/>
              <a:t>Extract 133 legacy SQL components into .NET microservices and deploy a containerized proxy layer to route traffic while preserving the core database.</a:t>
            </a:r>
            <a:endParaRPr sz="1050">
              <a:solidFill>
                <a:srgbClr val="4A5568"/>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050">
              <a:solidFill>
                <a:srgbClr val="4A5568"/>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sz="1050">
                <a:solidFill>
                  <a:srgbClr val="4A5568"/>
                </a:solidFill>
                <a:latin typeface="Plus Jakarta Sans"/>
                <a:ea typeface="Plus Jakarta Sans"/>
                <a:cs typeface="Plus Jakarta Sans"/>
                <a:sym typeface="Plus Jakarta Sans"/>
              </a:rPr>
              <a:t>Roll out 18 domain-aligned microservices and 6 shared NuGet libraries</a:t>
            </a:r>
            <a:endParaRPr>
              <a:solidFill>
                <a:schemeClr val="dk1"/>
              </a:solidFill>
            </a:endParaRPr>
          </a:p>
          <a:p>
            <a:pPr indent="0" lvl="0" marL="0" rtl="0" algn="l">
              <a:spcBef>
                <a:spcPts val="0"/>
              </a:spcBef>
              <a:spcAft>
                <a:spcPts val="0"/>
              </a:spcAft>
              <a:buClr>
                <a:schemeClr val="dk1"/>
              </a:buClr>
              <a:buSzPts val="1100"/>
              <a:buFont typeface="Arial"/>
              <a:buNone/>
            </a:pPr>
            <a:r>
              <a:t/>
            </a:r>
            <a:endParaRPr sz="1050">
              <a:solidFill>
                <a:srgbClr val="4A5568"/>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c3c8e6951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c3c8e6951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6bf54041d_0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f6bf54041d_0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f60bbefb7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f60bbefb7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Amit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ce9fe608fa_0_7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ce9fe608fa_0_7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Amit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afe86319c7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afe86319c7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Discuss while on the call - Jackie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f6bf54041d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f6bf54041d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Criteria: Successfully translating all 133 legacy objects., 18 prod ready microservices, 6 reusable libraries, &amp; a successful deployment on AWS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Non-technical criteria: </a:t>
            </a:r>
            <a:endParaRPr b="1">
              <a:solidFill>
                <a:schemeClr val="dk1"/>
              </a:solidFill>
            </a:endParaRPr>
          </a:p>
          <a:p>
            <a:pPr indent="0" lvl="0" marL="0" rtl="0" algn="l">
              <a:spcBef>
                <a:spcPts val="0"/>
              </a:spcBef>
              <a:spcAft>
                <a:spcPts val="0"/>
              </a:spcAft>
              <a:buNone/>
            </a:pPr>
            <a:r>
              <a:rPr lang="en">
                <a:solidFill>
                  <a:schemeClr val="dk1"/>
                </a:solidFill>
              </a:rPr>
              <a:t>Achieve 100% functional parity with existing Oracle logic.</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Ensure rock-solid integration with ERP/JDE and downstream systems.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Deliver all three phases on scope, on target, and at the highest quality.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afe86319c7_0_1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afe86319c7_0_1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f98a274c87_0_20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f98a274c87_0_2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Phase 1: </a:t>
            </a:r>
            <a:r>
              <a:rPr lang="en" sz="1050">
                <a:solidFill>
                  <a:srgbClr val="444746"/>
                </a:solidFill>
                <a:highlight>
                  <a:srgbClr val="FFFFFF"/>
                </a:highlight>
                <a:latin typeface="Roboto"/>
                <a:ea typeface="Roboto"/>
                <a:cs typeface="Roboto"/>
                <a:sym typeface="Roboto"/>
              </a:rPr>
              <a:t>The first phase will entail us transferring the true core business logic which should be housed in these business sub domains: Sales Origination $ Pricing, Service Dispatch and Venfor Management, into their domain specific .Net Microservices.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Phase 2 notes</a:t>
            </a:r>
            <a:endParaRPr/>
          </a:p>
          <a:p>
            <a:pPr indent="0" lvl="0" marL="0" rtl="0" algn="l">
              <a:spcBef>
                <a:spcPts val="0"/>
              </a:spcBef>
              <a:spcAft>
                <a:spcPts val="0"/>
              </a:spcAft>
              <a:buClr>
                <a:schemeClr val="dk1"/>
              </a:buClr>
              <a:buSzPts val="1100"/>
              <a:buFont typeface="Arial"/>
              <a:buNone/>
            </a:pPr>
            <a:r>
              <a:rPr lang="en"/>
              <a:t>Phase 2 phase will entail us transferring the business logic from Payment Processing, Invoicing, and Commission Calculation. into their domain specific .Net Microservices.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Phase 3 notes</a:t>
            </a:r>
            <a:endParaRPr/>
          </a:p>
          <a:p>
            <a:pPr indent="0" lvl="0" marL="0" rtl="0" algn="l">
              <a:spcBef>
                <a:spcPts val="0"/>
              </a:spcBef>
              <a:spcAft>
                <a:spcPts val="0"/>
              </a:spcAft>
              <a:buNone/>
            </a:pPr>
            <a:r>
              <a:rPr lang="en"/>
              <a:t>and finally, we will transfer the business logic from Financial Reconciliation with the JDE (ERP) system into their domain specific .Net Microservices. thus handling all of the in scope PL/SQL Stored procedure conversions.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98a274c87_0_2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f98a274c87_0_2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Duncan</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f98a274c87_0_3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f98a274c87_0_3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Duncan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98a274c8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f98a274c8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Paulo</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afe86319c7_0_1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afe86319c7_0_1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Paulo</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9c3c8e6951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9c3c8e6951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Paulo</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afe86319c7_0_3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afe86319c7_0_3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 </a:t>
            </a:r>
            <a:endParaRPr/>
          </a:p>
          <a:p>
            <a:pPr indent="0" lvl="0" marL="0" rtl="0" algn="l">
              <a:lnSpc>
                <a:spcPct val="115000"/>
              </a:lnSpc>
              <a:spcBef>
                <a:spcPts val="300"/>
              </a:spcBef>
              <a:spcAft>
                <a:spcPts val="0"/>
              </a:spcAft>
              <a:buNone/>
            </a:pPr>
            <a:r>
              <a:rPr b="1" lang="en">
                <a:solidFill>
                  <a:srgbClr val="1D1C1D"/>
                </a:solidFill>
              </a:rPr>
              <a:t>•</a:t>
            </a:r>
            <a:r>
              <a:rPr lang="en" sz="1400">
                <a:solidFill>
                  <a:srgbClr val="1D1C1D"/>
                </a:solidFill>
              </a:rPr>
              <a:t>Core Transactional – Confirming business Logic, Needed code Changes and dead code. 2 hours each session</a:t>
            </a:r>
            <a:endParaRPr sz="1400">
              <a:solidFill>
                <a:srgbClr val="1D1C1D"/>
              </a:solidFill>
            </a:endParaRPr>
          </a:p>
          <a:p>
            <a:pPr indent="0" lvl="0" marL="0" rtl="0" algn="l">
              <a:spcBef>
                <a:spcPts val="300"/>
              </a:spcBef>
              <a:spcAft>
                <a:spcPts val="0"/>
              </a:spcAft>
              <a:buNone/>
            </a:pPr>
            <a:r>
              <a:rPr lang="en" sz="1400"/>
              <a:t>•Financial &amp; Invoicing - Confirming business Logic, Needed code Changes and dead code. 2 hours each session</a:t>
            </a:r>
            <a:endParaRPr sz="1400"/>
          </a:p>
          <a:p>
            <a:pPr indent="0" lvl="0" marL="0" rtl="0" algn="l">
              <a:spcBef>
                <a:spcPts val="0"/>
              </a:spcBef>
              <a:spcAft>
                <a:spcPts val="0"/>
              </a:spcAft>
              <a:buNone/>
            </a:pPr>
            <a:r>
              <a:rPr lang="en" sz="1400"/>
              <a:t>•ERP &amp; Ledger - Confirming business Logic, Needed code Changes and dead code. 2 hours each sesssion</a:t>
            </a:r>
            <a:endParaRPr sz="1400"/>
          </a:p>
          <a:p>
            <a:pPr indent="0" lvl="0" marL="0" rtl="0" algn="l">
              <a:spcBef>
                <a:spcPts val="0"/>
              </a:spcBef>
              <a:spcAft>
                <a:spcPts val="0"/>
              </a:spcAft>
              <a:buNone/>
            </a:pPr>
            <a:r>
              <a:rPr lang="en" sz="1400"/>
              <a:t>•Infrastructure Overview – Confirming the clients current infrastructure and what can be leveraged. 1 hour.</a:t>
            </a:r>
            <a:endParaRPr sz="1400"/>
          </a:p>
          <a:p>
            <a:pPr indent="0" lvl="0" marL="0" rtl="0" algn="l">
              <a:spcBef>
                <a:spcPts val="0"/>
              </a:spcBef>
              <a:spcAft>
                <a:spcPts val="0"/>
              </a:spcAft>
              <a:buNone/>
            </a:pPr>
            <a:r>
              <a:rPr lang="en" sz="1400"/>
              <a:t>•Deployment Pipelines &amp; Artifacts – Identifying how deployment needs to happen, what is required from our end, and the overall process</a:t>
            </a:r>
            <a:endParaRPr sz="1400"/>
          </a:p>
          <a:p>
            <a:pPr indent="0" lvl="0" marL="0" rtl="0" algn="l">
              <a:spcBef>
                <a:spcPts val="0"/>
              </a:spcBef>
              <a:spcAft>
                <a:spcPts val="0"/>
              </a:spcAft>
              <a:buNone/>
            </a:pPr>
            <a:r>
              <a:rPr lang="en" sz="1400"/>
              <a:t>•Demo Session – A full demo session of their current system. 1 hour</a:t>
            </a:r>
            <a:endParaRPr sz="1400"/>
          </a:p>
          <a:p>
            <a:pPr indent="0" lvl="0" marL="0" rtl="0" algn="l">
              <a:spcBef>
                <a:spcPts val="0"/>
              </a:spcBef>
              <a:spcAft>
                <a:spcPts val="0"/>
              </a:spcAft>
              <a:buNone/>
            </a:pPr>
            <a:r>
              <a:t/>
            </a:r>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98a274c87_0_5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3f98a274c87_0_5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 </a:t>
            </a:r>
            <a:r>
              <a:rPr lang="en" sz="1050">
                <a:solidFill>
                  <a:srgbClr val="444746"/>
                </a:solidFill>
                <a:latin typeface="Roboto"/>
                <a:ea typeface="Roboto"/>
                <a:cs typeface="Roboto"/>
                <a:sym typeface="Roboto"/>
              </a:rPr>
              <a:t>The goal is to analyze 133 PL/SQL stored procedures and securely expose them via .NET API endpoints.</a:t>
            </a:r>
            <a:endParaRPr sz="1050">
              <a:solidFill>
                <a:srgbClr val="444746"/>
              </a:solidFill>
              <a:latin typeface="Roboto"/>
              <a:ea typeface="Roboto"/>
              <a:cs typeface="Roboto"/>
              <a:sym typeface="Roboto"/>
            </a:endParaRPr>
          </a:p>
          <a:p>
            <a:pPr indent="0" lvl="0" marL="0" rtl="0" algn="l">
              <a:spcBef>
                <a:spcPts val="0"/>
              </a:spcBef>
              <a:spcAft>
                <a:spcPts val="0"/>
              </a:spcAft>
              <a:buNone/>
            </a:pPr>
            <a:r>
              <a:rPr lang="en" sz="1050">
                <a:solidFill>
                  <a:srgbClr val="444746"/>
                </a:solidFill>
                <a:latin typeface="Roboto"/>
                <a:ea typeface="Roboto"/>
                <a:cs typeface="Roboto"/>
                <a:sym typeface="Roboto"/>
              </a:rPr>
              <a:t>Strategic redesign focusing on business rules, dependencies, and performance patterns.  As well as Identifying any outdated business logic and truly dead code.</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050">
              <a:solidFill>
                <a:srgbClr val="444746"/>
              </a:solidFill>
              <a:latin typeface="Roboto"/>
              <a:ea typeface="Roboto"/>
              <a:cs typeface="Roboto"/>
              <a:sym typeface="Roboto"/>
            </a:endParaRPr>
          </a:p>
          <a:p>
            <a:pPr indent="0" lvl="0" marL="0" rtl="0" algn="l">
              <a:spcBef>
                <a:spcPts val="0"/>
              </a:spcBef>
              <a:spcAft>
                <a:spcPts val="0"/>
              </a:spcAft>
              <a:buNone/>
            </a:pPr>
            <a:r>
              <a:rPr lang="en" sz="1050">
                <a:solidFill>
                  <a:srgbClr val="444746"/>
                </a:solidFill>
                <a:latin typeface="Roboto"/>
                <a:ea typeface="Roboto"/>
                <a:cs typeface="Roboto"/>
                <a:sym typeface="Roboto"/>
              </a:rPr>
              <a:t>With deep Dive, some of this work has already been done, with the initial analysis, but the main point with this is getting a better understanding of what exactly each stored proc does (business wise) and what changes need to be made if any, and what code is truly dead code. With the FUnctional Analysis we are going to be mapping those business function to their respective doman end points, The technical dependency will give us a heirachial view of the importance of each business function and these things will allow us to put our tasks into user stories and create deployment waves for the various parts of the project. One note to take away is that some of these can be done together, and some may overlap others.</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050">
              <a:solidFill>
                <a:srgbClr val="444746"/>
              </a:solidFill>
              <a:latin typeface="Roboto"/>
              <a:ea typeface="Roboto"/>
              <a:cs typeface="Roboto"/>
              <a:sym typeface="Roboto"/>
            </a:endParaRPr>
          </a:p>
          <a:p>
            <a:pPr indent="0" lvl="0" marL="0" rtl="0" algn="l">
              <a:spcBef>
                <a:spcPts val="0"/>
              </a:spcBef>
              <a:spcAft>
                <a:spcPts val="0"/>
              </a:spcAft>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fe86319c7_0_1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afe86319c7_0_1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fe86319c7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afe86319c7_0_1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a:p>
            <a:pPr indent="0" lvl="0" marL="0" rtl="0" algn="l">
              <a:spcBef>
                <a:spcPts val="0"/>
              </a:spcBef>
              <a:spcAft>
                <a:spcPts val="0"/>
              </a:spcAft>
              <a:buNone/>
            </a:pPr>
            <a:r>
              <a:rPr lang="en"/>
              <a:t>A few risks: Access to Frontdoor’s systems that Andy is currently working on securing</a:t>
            </a:r>
            <a:endParaRPr/>
          </a:p>
          <a:p>
            <a:pPr indent="0" lvl="0" marL="0" rtl="0" algn="l">
              <a:spcBef>
                <a:spcPts val="0"/>
              </a:spcBef>
              <a:spcAft>
                <a:spcPts val="0"/>
              </a:spcAft>
              <a:buNone/>
            </a:pPr>
            <a:r>
              <a:rPr lang="en"/>
              <a:t>Jackie Working with the FD team to schedule the gap remediation sessions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afe86319c7_0_16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afe86319c7_0_1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Amit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fe86319c7_0_2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afe86319c7_0_2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Amit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fe86319c7_0_28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afe86319c7_0_28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Amit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fe86319c7_0_2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afe86319c7_0_2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afe86319c7_0_2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afe86319c7_0_2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 : CSTATS are very important to us at 66degrees. We’ll be sending out Customer Satisfaction Surveys periodically - survey takes less than a minute to complete and we strive for 5’s here at 66. If for any reason you don’t feel like we are delivering at a 5, please reach out to let us know what we can do to make it us a 5 in your eyes.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f98a274c87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f98a274c87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Jackie</a:t>
            </a:r>
            <a:endParaRPr/>
          </a:p>
          <a:p>
            <a:pPr indent="0" lvl="0" marL="0" rtl="0" algn="l">
              <a:spcBef>
                <a:spcPts val="0"/>
              </a:spcBef>
              <a:spcAft>
                <a:spcPts val="0"/>
              </a:spcAft>
              <a:buNone/>
            </a:pPr>
            <a:r>
              <a:rPr lang="en"/>
              <a:t>Next steps:</a:t>
            </a:r>
            <a:endParaRPr/>
          </a:p>
          <a:p>
            <a:pPr indent="0" lvl="0" marL="0" rtl="0" algn="l">
              <a:spcBef>
                <a:spcPts val="0"/>
              </a:spcBef>
              <a:spcAft>
                <a:spcPts val="0"/>
              </a:spcAft>
              <a:buNone/>
            </a:pPr>
            <a:r>
              <a:rPr lang="en"/>
              <a:t>I’ll send a recap of this call with the deck and action items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 be reaching out to the FD team to schedule the gap remediation sessions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the sessions and the scope is defined, we’ll send over the approach alignment for sign-off and we’ll finalize the timeline with a more detailed timeline.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afe86319c7_0_2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afe86319c7_0_2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88ce330cd6_0_40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388ce330cd6_0_40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8.png"/><Relationship Id="rId3" Type="http://schemas.openxmlformats.org/officeDocument/2006/relationships/image" Target="../media/image62.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jp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1.png"/><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62.pn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62.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62.png"/><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62.png"/><Relationship Id="rId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62.png"/><Relationship Id="rId4"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3.png"/><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8.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2.jp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1.png"/><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8.jpg"/><Relationship Id="rId4"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1.png"/><Relationship Id="rId3"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itle">
  <p:cSld name="TITLE">
    <p:spTree>
      <p:nvGrpSpPr>
        <p:cNvPr id="8" name="Shape 8"/>
        <p:cNvGrpSpPr/>
        <p:nvPr/>
      </p:nvGrpSpPr>
      <p:grpSpPr>
        <a:xfrm>
          <a:off x="0" y="0"/>
          <a:ext cx="0" cy="0"/>
          <a:chOff x="0" y="0"/>
          <a:chExt cx="0" cy="0"/>
        </a:xfrm>
      </p:grpSpPr>
      <p:sp>
        <p:nvSpPr>
          <p:cNvPr id="9" name="Google Shape;9;p2"/>
          <p:cNvSpPr txBox="1"/>
          <p:nvPr>
            <p:ph idx="1" type="body"/>
          </p:nvPr>
        </p:nvSpPr>
        <p:spPr>
          <a:xfrm>
            <a:off x="231000" y="928525"/>
            <a:ext cx="43410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1pPr>
            <a:lvl2pPr indent="-304800" lvl="1" marL="9144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2pPr>
            <a:lvl3pPr indent="-304800" lvl="2" marL="13716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3pPr>
            <a:lvl4pPr indent="-304800" lvl="3" marL="18288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4pPr>
            <a:lvl5pPr indent="-304800" lvl="4" marL="22860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5pPr>
            <a:lvl6pPr indent="-304800" lvl="5" marL="27432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6pPr>
            <a:lvl7pPr indent="-304800" lvl="6" marL="32004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7pPr>
            <a:lvl8pPr indent="-304800" lvl="7" marL="36576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8pPr>
            <a:lvl9pPr indent="-304800" lvl="8" marL="41148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9pPr>
          </a:lstStyle>
          <a:p/>
        </p:txBody>
      </p:sp>
      <p:sp>
        <p:nvSpPr>
          <p:cNvPr id="10" name="Google Shape;10;p2"/>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Font typeface="Plus Jakarta Sans"/>
              <a:buNone/>
              <a:defRPr>
                <a:latin typeface="Plus Jakarta Sans"/>
                <a:ea typeface="Plus Jakarta Sans"/>
                <a:cs typeface="Plus Jakarta Sans"/>
                <a:sym typeface="Plus Jakarta Sans"/>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 name="Shape 11"/>
        <p:cNvGrpSpPr/>
        <p:nvPr/>
      </p:nvGrpSpPr>
      <p:grpSpPr>
        <a:xfrm>
          <a:off x="0" y="0"/>
          <a:ext cx="0" cy="0"/>
          <a:chOff x="0" y="0"/>
          <a:chExt cx="0" cy="0"/>
        </a:xfrm>
      </p:grpSpPr>
      <p:pic>
        <p:nvPicPr>
          <p:cNvPr id="12" name="Google Shape;12;p3"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13" name="Google Shape;13;p3" title="Secondary Mark - 66° White.png"/>
          <p:cNvPicPr preferRelativeResize="0"/>
          <p:nvPr/>
        </p:nvPicPr>
        <p:blipFill rotWithShape="1">
          <a:blip r:embed="rId3">
            <a:alphaModFix amt="10000"/>
          </a:blip>
          <a:srcRect b="0" l="0" r="0" t="0"/>
          <a:stretch/>
        </p:blipFill>
        <p:spPr>
          <a:xfrm>
            <a:off x="5096131" y="2450950"/>
            <a:ext cx="4047868" cy="2700874"/>
          </a:xfrm>
          <a:prstGeom prst="rect">
            <a:avLst/>
          </a:prstGeom>
          <a:noFill/>
          <a:ln>
            <a:noFill/>
          </a:ln>
        </p:spPr>
      </p:pic>
      <p:pic>
        <p:nvPicPr>
          <p:cNvPr id="14" name="Google Shape;14;p3" title="Logotype - 66° White.png"/>
          <p:cNvPicPr preferRelativeResize="0"/>
          <p:nvPr/>
        </p:nvPicPr>
        <p:blipFill>
          <a:blip r:embed="rId4">
            <a:alphaModFix/>
          </a:blip>
          <a:stretch>
            <a:fillRect/>
          </a:stretch>
        </p:blipFill>
        <p:spPr>
          <a:xfrm>
            <a:off x="484950" y="420070"/>
            <a:ext cx="1234601" cy="291143"/>
          </a:xfrm>
          <a:prstGeom prst="rect">
            <a:avLst/>
          </a:prstGeom>
          <a:noFill/>
          <a:ln>
            <a:noFill/>
          </a:ln>
        </p:spPr>
      </p:pic>
      <p:sp>
        <p:nvSpPr>
          <p:cNvPr id="15" name="Google Shape;15;p3"/>
          <p:cNvSpPr txBox="1"/>
          <p:nvPr>
            <p:ph type="title"/>
          </p:nvPr>
        </p:nvSpPr>
        <p:spPr>
          <a:xfrm>
            <a:off x="231025" y="2375525"/>
            <a:ext cx="8641500" cy="5727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6" name="Google Shape;16;p3"/>
          <p:cNvSpPr txBox="1"/>
          <p:nvPr>
            <p:ph idx="2" type="title"/>
          </p:nvPr>
        </p:nvSpPr>
        <p:spPr>
          <a:xfrm>
            <a:off x="231025" y="2948225"/>
            <a:ext cx="8641500" cy="393600"/>
          </a:xfrm>
          <a:prstGeom prst="rect">
            <a:avLst/>
          </a:prstGeom>
        </p:spPr>
        <p:txBody>
          <a:bodyPr anchorCtr="0" anchor="ctr" bIns="91425" lIns="228600" spcFirstLastPara="1" rIns="91425" wrap="square" tIns="91425">
            <a:spAutoFit/>
          </a:bodyPr>
          <a:lstStyle>
            <a:lvl1pPr lvl="0"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1pPr>
            <a:lvl2pPr lvl="1"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2pPr>
            <a:lvl3pPr lvl="2"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3pPr>
            <a:lvl4pPr lvl="3"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4pPr>
            <a:lvl5pPr lvl="4"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5pPr>
            <a:lvl6pPr lvl="5"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6pPr>
            <a:lvl7pPr lvl="6"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7pPr>
            <a:lvl8pPr lvl="7"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8pPr>
            <a:lvl9pPr lvl="8" rt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w/66">
  <p:cSld name="TITLE_AND_BODY_4">
    <p:spTree>
      <p:nvGrpSpPr>
        <p:cNvPr id="17" name="Shape 17"/>
        <p:cNvGrpSpPr/>
        <p:nvPr/>
      </p:nvGrpSpPr>
      <p:grpSpPr>
        <a:xfrm>
          <a:off x="0" y="0"/>
          <a:ext cx="0" cy="0"/>
          <a:chOff x="0" y="0"/>
          <a:chExt cx="0" cy="0"/>
        </a:xfrm>
      </p:grpSpPr>
      <p:sp>
        <p:nvSpPr>
          <p:cNvPr id="18" name="Google Shape;18;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9" name="Google Shape;19;p4"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20" name="Google Shape;20;p4" title="Secondary Mark - 66° White.png"/>
          <p:cNvPicPr preferRelativeResize="0"/>
          <p:nvPr/>
        </p:nvPicPr>
        <p:blipFill rotWithShape="1">
          <a:blip r:embed="rId3">
            <a:alphaModFix amt="10000"/>
          </a:blip>
          <a:srcRect b="0" l="0" r="0" t="0"/>
          <a:stretch/>
        </p:blipFill>
        <p:spPr>
          <a:xfrm>
            <a:off x="5096131" y="2450950"/>
            <a:ext cx="4047868" cy="270087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p:cSld name="TITLE_AND_BODY_1_2">
    <p:spTree>
      <p:nvGrpSpPr>
        <p:cNvPr id="21" name="Shape 21"/>
        <p:cNvGrpSpPr/>
        <p:nvPr/>
      </p:nvGrpSpPr>
      <p:grpSpPr>
        <a:xfrm>
          <a:off x="0" y="0"/>
          <a:ext cx="0" cy="0"/>
          <a:chOff x="0" y="0"/>
          <a:chExt cx="0" cy="0"/>
        </a:xfrm>
      </p:grpSpPr>
      <p:sp>
        <p:nvSpPr>
          <p:cNvPr id="22" name="Google Shape;22;p5"/>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23" name="Google Shape;23;p5"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
        <p:nvSpPr>
          <p:cNvPr id="24" name="Google Shape;24;p5"/>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lank">
  <p:cSld name="TITLE_AND_BODY_1_2_1">
    <p:spTree>
      <p:nvGrpSpPr>
        <p:cNvPr id="25" name="Shape 25"/>
        <p:cNvGrpSpPr/>
        <p:nvPr/>
      </p:nvGrpSpPr>
      <p:grpSpPr>
        <a:xfrm>
          <a:off x="0" y="0"/>
          <a:ext cx="0" cy="0"/>
          <a:chOff x="0" y="0"/>
          <a:chExt cx="0" cy="0"/>
        </a:xfrm>
      </p:grpSpPr>
      <p:sp>
        <p:nvSpPr>
          <p:cNvPr id="26" name="Google Shape;26;p6"/>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27" name="Google Shape;27;p6"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White Rectangle">
  <p:cSld name="TITLE_AND_BODY_1">
    <p:spTree>
      <p:nvGrpSpPr>
        <p:cNvPr id="28" name="Shape 28"/>
        <p:cNvGrpSpPr/>
        <p:nvPr/>
      </p:nvGrpSpPr>
      <p:grpSpPr>
        <a:xfrm>
          <a:off x="0" y="0"/>
          <a:ext cx="0" cy="0"/>
          <a:chOff x="0" y="0"/>
          <a:chExt cx="0" cy="0"/>
        </a:xfrm>
      </p:grpSpPr>
      <p:sp>
        <p:nvSpPr>
          <p:cNvPr id="29" name="Google Shape;29;p7"/>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0" name="Google Shape;30;p7"/>
          <p:cNvSpPr/>
          <p:nvPr/>
        </p:nvSpPr>
        <p:spPr>
          <a:xfrm>
            <a:off x="228625" y="656175"/>
            <a:ext cx="8667600" cy="41403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1" name="Google Shape;31;p7"/>
          <p:cNvSpPr txBox="1"/>
          <p:nvPr>
            <p:ph type="title"/>
          </p:nvPr>
        </p:nvSpPr>
        <p:spPr>
          <a:xfrm>
            <a:off x="228625" y="83475"/>
            <a:ext cx="86844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2000"/>
              <a:buNone/>
              <a:defRPr sz="2000">
                <a:solidFill>
                  <a:schemeClr val="dk1"/>
                </a:solidFill>
              </a:defRPr>
            </a:lvl2pPr>
            <a:lvl3pPr lvl="2">
              <a:spcBef>
                <a:spcPts val="0"/>
              </a:spcBef>
              <a:spcAft>
                <a:spcPts val="0"/>
              </a:spcAft>
              <a:buClr>
                <a:schemeClr val="dk1"/>
              </a:buClr>
              <a:buSzPts val="2000"/>
              <a:buNone/>
              <a:defRPr sz="2000">
                <a:solidFill>
                  <a:schemeClr val="dk1"/>
                </a:solidFill>
              </a:defRPr>
            </a:lvl3pPr>
            <a:lvl4pPr lvl="3">
              <a:spcBef>
                <a:spcPts val="0"/>
              </a:spcBef>
              <a:spcAft>
                <a:spcPts val="0"/>
              </a:spcAft>
              <a:buClr>
                <a:schemeClr val="dk1"/>
              </a:buClr>
              <a:buSzPts val="2000"/>
              <a:buNone/>
              <a:defRPr sz="2000">
                <a:solidFill>
                  <a:schemeClr val="dk1"/>
                </a:solidFill>
              </a:defRPr>
            </a:lvl4pPr>
            <a:lvl5pPr lvl="4">
              <a:spcBef>
                <a:spcPts val="0"/>
              </a:spcBef>
              <a:spcAft>
                <a:spcPts val="0"/>
              </a:spcAft>
              <a:buClr>
                <a:schemeClr val="dk1"/>
              </a:buClr>
              <a:buSzPts val="2000"/>
              <a:buNone/>
              <a:defRPr sz="2000">
                <a:solidFill>
                  <a:schemeClr val="dk1"/>
                </a:solidFill>
              </a:defRPr>
            </a:lvl5pPr>
            <a:lvl6pPr lvl="5">
              <a:spcBef>
                <a:spcPts val="0"/>
              </a:spcBef>
              <a:spcAft>
                <a:spcPts val="0"/>
              </a:spcAft>
              <a:buClr>
                <a:schemeClr val="dk1"/>
              </a:buClr>
              <a:buSzPts val="2000"/>
              <a:buNone/>
              <a:defRPr sz="2000">
                <a:solidFill>
                  <a:schemeClr val="dk1"/>
                </a:solidFill>
              </a:defRPr>
            </a:lvl6pPr>
            <a:lvl7pPr lvl="6">
              <a:spcBef>
                <a:spcPts val="0"/>
              </a:spcBef>
              <a:spcAft>
                <a:spcPts val="0"/>
              </a:spcAft>
              <a:buClr>
                <a:schemeClr val="dk1"/>
              </a:buClr>
              <a:buSzPts val="2000"/>
              <a:buNone/>
              <a:defRPr sz="2000">
                <a:solidFill>
                  <a:schemeClr val="dk1"/>
                </a:solidFill>
              </a:defRPr>
            </a:lvl7pPr>
            <a:lvl8pPr lvl="7">
              <a:spcBef>
                <a:spcPts val="0"/>
              </a:spcBef>
              <a:spcAft>
                <a:spcPts val="0"/>
              </a:spcAft>
              <a:buClr>
                <a:schemeClr val="dk1"/>
              </a:buClr>
              <a:buSzPts val="2000"/>
              <a:buNone/>
              <a:defRPr sz="2000">
                <a:solidFill>
                  <a:schemeClr val="dk1"/>
                </a:solidFill>
              </a:defRPr>
            </a:lvl8pPr>
            <a:lvl9pPr lvl="8">
              <a:spcBef>
                <a:spcPts val="0"/>
              </a:spcBef>
              <a:spcAft>
                <a:spcPts val="0"/>
              </a:spcAft>
              <a:buClr>
                <a:schemeClr val="dk1"/>
              </a:buClr>
              <a:buSzPts val="2000"/>
              <a:buNone/>
              <a:defRPr sz="2000">
                <a:solidFill>
                  <a:schemeClr val="dk1"/>
                </a:solidFill>
              </a:defRPr>
            </a:lvl9pPr>
          </a:lstStyle>
          <a:p/>
        </p:txBody>
      </p:sp>
      <p:pic>
        <p:nvPicPr>
          <p:cNvPr id="32" name="Google Shape;32;p7"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editable White Square">
  <p:cSld name="TITLE_AND_BODY_1_3">
    <p:spTree>
      <p:nvGrpSpPr>
        <p:cNvPr id="33" name="Shape 33"/>
        <p:cNvGrpSpPr/>
        <p:nvPr/>
      </p:nvGrpSpPr>
      <p:grpSpPr>
        <a:xfrm>
          <a:off x="0" y="0"/>
          <a:ext cx="0" cy="0"/>
          <a:chOff x="0" y="0"/>
          <a:chExt cx="0" cy="0"/>
        </a:xfrm>
      </p:grpSpPr>
      <p:sp>
        <p:nvSpPr>
          <p:cNvPr id="34" name="Google Shape;34;p8"/>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5" name="Google Shape;35;p8"/>
          <p:cNvSpPr/>
          <p:nvPr/>
        </p:nvSpPr>
        <p:spPr>
          <a:xfrm>
            <a:off x="228625" y="928525"/>
            <a:ext cx="43434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6" name="Google Shape;36;p8"/>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7" name="Google Shape;37;p8"/>
          <p:cNvSpPr txBox="1"/>
          <p:nvPr>
            <p:ph idx="1" type="body"/>
          </p:nvPr>
        </p:nvSpPr>
        <p:spPr>
          <a:xfrm>
            <a:off x="343675" y="1084938"/>
            <a:ext cx="4113300" cy="33000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38" name="Google Shape;38;p8"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extLst>
    <p:ext uri="{DCECCB84-F9BA-43D5-87BE-67443E8EF086}">
      <p15:sldGuideLst>
        <p15:guide id="1" orient="horz" pos="2986">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editable Double White Squares">
  <p:cSld name="TITLE_AND_BODY_1_3_1">
    <p:spTree>
      <p:nvGrpSpPr>
        <p:cNvPr id="39" name="Shape 39"/>
        <p:cNvGrpSpPr/>
        <p:nvPr/>
      </p:nvGrpSpPr>
      <p:grpSpPr>
        <a:xfrm>
          <a:off x="0" y="0"/>
          <a:ext cx="0" cy="0"/>
          <a:chOff x="0" y="0"/>
          <a:chExt cx="0" cy="0"/>
        </a:xfrm>
      </p:grpSpPr>
      <p:sp>
        <p:nvSpPr>
          <p:cNvPr id="40" name="Google Shape;40;p9"/>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41" name="Google Shape;41;p9"/>
          <p:cNvSpPr/>
          <p:nvPr/>
        </p:nvSpPr>
        <p:spPr>
          <a:xfrm>
            <a:off x="22862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42" name="Google Shape;42;p9"/>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43" name="Google Shape;43;p9"/>
          <p:cNvSpPr/>
          <p:nvPr/>
        </p:nvSpPr>
        <p:spPr>
          <a:xfrm>
            <a:off x="463077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44" name="Google Shape;44;p9"/>
          <p:cNvSpPr txBox="1"/>
          <p:nvPr>
            <p:ph idx="1" type="body"/>
          </p:nvPr>
        </p:nvSpPr>
        <p:spPr>
          <a:xfrm>
            <a:off x="231000" y="928525"/>
            <a:ext cx="43410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sp>
        <p:nvSpPr>
          <p:cNvPr id="45" name="Google Shape;45;p9"/>
          <p:cNvSpPr txBox="1"/>
          <p:nvPr>
            <p:ph idx="2" type="body"/>
          </p:nvPr>
        </p:nvSpPr>
        <p:spPr>
          <a:xfrm>
            <a:off x="4630775" y="928525"/>
            <a:ext cx="42822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46" name="Google Shape;46;p9"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1/3 Image">
  <p:cSld name="TITLE_AND_BODY_1_1">
    <p:spTree>
      <p:nvGrpSpPr>
        <p:cNvPr id="47" name="Shape 47"/>
        <p:cNvGrpSpPr/>
        <p:nvPr/>
      </p:nvGrpSpPr>
      <p:grpSpPr>
        <a:xfrm>
          <a:off x="0" y="0"/>
          <a:ext cx="0" cy="0"/>
          <a:chOff x="0" y="0"/>
          <a:chExt cx="0" cy="0"/>
        </a:xfrm>
      </p:grpSpPr>
      <p:sp>
        <p:nvSpPr>
          <p:cNvPr id="48" name="Google Shape;48;p10"/>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49" name="Google Shape;49;p10" title="AdobeStock_259372888.jpeg"/>
          <p:cNvPicPr preferRelativeResize="0"/>
          <p:nvPr/>
        </p:nvPicPr>
        <p:blipFill rotWithShape="1">
          <a:blip r:embed="rId2">
            <a:alphaModFix/>
          </a:blip>
          <a:srcRect b="0" l="30595" r="30595" t="0"/>
          <a:stretch/>
        </p:blipFill>
        <p:spPr>
          <a:xfrm>
            <a:off x="6482400" y="0"/>
            <a:ext cx="2661600" cy="5143500"/>
          </a:xfrm>
          <a:prstGeom prst="roundRect">
            <a:avLst>
              <a:gd fmla="val 0" name="adj"/>
            </a:avLst>
          </a:prstGeom>
          <a:noFill/>
          <a:ln>
            <a:noFill/>
          </a:ln>
        </p:spPr>
      </p:pic>
      <p:pic>
        <p:nvPicPr>
          <p:cNvPr id="50" name="Google Shape;50;p10"/>
          <p:cNvPicPr preferRelativeResize="0"/>
          <p:nvPr/>
        </p:nvPicPr>
        <p:blipFill>
          <a:blip r:embed="rId3">
            <a:alphaModFix amt="22000"/>
          </a:blip>
          <a:stretch>
            <a:fillRect/>
          </a:stretch>
        </p:blipFill>
        <p:spPr>
          <a:xfrm>
            <a:off x="6482400" y="3263846"/>
            <a:ext cx="2661600" cy="1879656"/>
          </a:xfrm>
          <a:prstGeom prst="rect">
            <a:avLst/>
          </a:prstGeom>
          <a:noFill/>
          <a:ln>
            <a:noFill/>
          </a:ln>
        </p:spPr>
      </p:pic>
      <p:sp>
        <p:nvSpPr>
          <p:cNvPr id="51" name="Google Shape;51;p10"/>
          <p:cNvSpPr txBox="1"/>
          <p:nvPr>
            <p:ph type="title"/>
          </p:nvPr>
        </p:nvSpPr>
        <p:spPr>
          <a:xfrm>
            <a:off x="231025" y="228600"/>
            <a:ext cx="62514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52" name="Google Shape;52;p10"/>
          <p:cNvSpPr txBox="1"/>
          <p:nvPr>
            <p:ph idx="1" type="body"/>
          </p:nvPr>
        </p:nvSpPr>
        <p:spPr>
          <a:xfrm>
            <a:off x="231000" y="928525"/>
            <a:ext cx="59136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53" name="Google Shape;53;p10" title="Logotype - Night Blue.png"/>
          <p:cNvPicPr preferRelativeResize="0"/>
          <p:nvPr/>
        </p:nvPicPr>
        <p:blipFill>
          <a:blip r:embed="rId4">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p:cSld name="TITLE_AND_BODY_2">
    <p:bg>
      <p:bgPr>
        <a:blipFill>
          <a:blip r:embed="rId2">
            <a:alphaModFix/>
          </a:blip>
          <a:stretch>
            <a:fillRect/>
          </a:stretch>
        </a:blipFill>
      </p:bgPr>
    </p:bg>
    <p:spTree>
      <p:nvGrpSpPr>
        <p:cNvPr id="54" name="Shape 54"/>
        <p:cNvGrpSpPr/>
        <p:nvPr/>
      </p:nvGrpSpPr>
      <p:grpSpPr>
        <a:xfrm>
          <a:off x="0" y="0"/>
          <a:ext cx="0" cy="0"/>
          <a:chOff x="0" y="0"/>
          <a:chExt cx="0" cy="0"/>
        </a:xfrm>
      </p:grpSpPr>
      <p:pic>
        <p:nvPicPr>
          <p:cNvPr id="55" name="Google Shape;55;p11" title="AdobeStock_873016162.jpeg"/>
          <p:cNvPicPr preferRelativeResize="0"/>
          <p:nvPr/>
        </p:nvPicPr>
        <p:blipFill rotWithShape="1">
          <a:blip r:embed="rId3">
            <a:alphaModFix/>
          </a:blip>
          <a:srcRect b="0" l="5556" r="5556" t="0"/>
          <a:stretch/>
        </p:blipFill>
        <p:spPr>
          <a:xfrm>
            <a:off x="0" y="0"/>
            <a:ext cx="9144003" cy="5143501"/>
          </a:xfrm>
          <a:prstGeom prst="rect">
            <a:avLst/>
          </a:prstGeom>
          <a:noFill/>
          <a:ln>
            <a:noFill/>
          </a:ln>
        </p:spPr>
      </p:pic>
      <p:pic>
        <p:nvPicPr>
          <p:cNvPr id="56" name="Google Shape;56;p11" title="Logotype - 66° White.png"/>
          <p:cNvPicPr preferRelativeResize="0"/>
          <p:nvPr/>
        </p:nvPicPr>
        <p:blipFill>
          <a:blip r:embed="rId2">
            <a:alphaModFix/>
          </a:blip>
          <a:stretch>
            <a:fillRect/>
          </a:stretch>
        </p:blipFill>
        <p:spPr>
          <a:xfrm>
            <a:off x="342904" y="4846079"/>
            <a:ext cx="540948" cy="12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 Title">
  <p:cSld name="TITLE_AND_BODY_2_1">
    <p:spTree>
      <p:nvGrpSpPr>
        <p:cNvPr id="57" name="Shape 57"/>
        <p:cNvGrpSpPr/>
        <p:nvPr/>
      </p:nvGrpSpPr>
      <p:grpSpPr>
        <a:xfrm>
          <a:off x="0" y="0"/>
          <a:ext cx="0" cy="0"/>
          <a:chOff x="0" y="0"/>
          <a:chExt cx="0" cy="0"/>
        </a:xfrm>
      </p:grpSpPr>
      <p:sp>
        <p:nvSpPr>
          <p:cNvPr id="58" name="Google Shape;58;p12"/>
          <p:cNvSpPr/>
          <p:nvPr/>
        </p:nvSpPr>
        <p:spPr>
          <a:xfrm>
            <a:off x="210550" y="4602075"/>
            <a:ext cx="1203300" cy="42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2"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sp>
        <p:nvSpPr>
          <p:cNvPr id="60" name="Google Shape;60;p12"/>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2000"/>
              <a:buNone/>
              <a:defRPr sz="2000">
                <a:solidFill>
                  <a:schemeClr val="lt1"/>
                </a:solidFill>
              </a:defRPr>
            </a:lvl2pPr>
            <a:lvl3pPr lvl="2">
              <a:spcBef>
                <a:spcPts val="0"/>
              </a:spcBef>
              <a:spcAft>
                <a:spcPts val="0"/>
              </a:spcAft>
              <a:buClr>
                <a:schemeClr val="lt1"/>
              </a:buClr>
              <a:buSzPts val="2000"/>
              <a:buNone/>
              <a:defRPr sz="2000">
                <a:solidFill>
                  <a:schemeClr val="lt1"/>
                </a:solidFill>
              </a:defRPr>
            </a:lvl3pPr>
            <a:lvl4pPr lvl="3">
              <a:spcBef>
                <a:spcPts val="0"/>
              </a:spcBef>
              <a:spcAft>
                <a:spcPts val="0"/>
              </a:spcAft>
              <a:buClr>
                <a:schemeClr val="lt1"/>
              </a:buClr>
              <a:buSzPts val="2000"/>
              <a:buNone/>
              <a:defRPr sz="2000">
                <a:solidFill>
                  <a:schemeClr val="lt1"/>
                </a:solidFill>
              </a:defRPr>
            </a:lvl4pPr>
            <a:lvl5pPr lvl="4">
              <a:spcBef>
                <a:spcPts val="0"/>
              </a:spcBef>
              <a:spcAft>
                <a:spcPts val="0"/>
              </a:spcAft>
              <a:buClr>
                <a:schemeClr val="lt1"/>
              </a:buClr>
              <a:buSzPts val="2000"/>
              <a:buNone/>
              <a:defRPr sz="2000">
                <a:solidFill>
                  <a:schemeClr val="lt1"/>
                </a:solidFill>
              </a:defRPr>
            </a:lvl5pPr>
            <a:lvl6pPr lvl="5">
              <a:spcBef>
                <a:spcPts val="0"/>
              </a:spcBef>
              <a:spcAft>
                <a:spcPts val="0"/>
              </a:spcAft>
              <a:buClr>
                <a:schemeClr val="lt1"/>
              </a:buClr>
              <a:buSzPts val="2000"/>
              <a:buNone/>
              <a:defRPr sz="2000">
                <a:solidFill>
                  <a:schemeClr val="lt1"/>
                </a:solidFill>
              </a:defRPr>
            </a:lvl6pPr>
            <a:lvl7pPr lvl="6">
              <a:spcBef>
                <a:spcPts val="0"/>
              </a:spcBef>
              <a:spcAft>
                <a:spcPts val="0"/>
              </a:spcAft>
              <a:buClr>
                <a:schemeClr val="lt1"/>
              </a:buClr>
              <a:buSzPts val="2000"/>
              <a:buNone/>
              <a:defRPr sz="2000">
                <a:solidFill>
                  <a:schemeClr val="lt1"/>
                </a:solidFill>
              </a:defRPr>
            </a:lvl7pPr>
            <a:lvl8pPr lvl="7">
              <a:spcBef>
                <a:spcPts val="0"/>
              </a:spcBef>
              <a:spcAft>
                <a:spcPts val="0"/>
              </a:spcAft>
              <a:buClr>
                <a:schemeClr val="lt1"/>
              </a:buClr>
              <a:buSzPts val="2000"/>
              <a:buNone/>
              <a:defRPr sz="2000">
                <a:solidFill>
                  <a:schemeClr val="lt1"/>
                </a:solidFill>
              </a:defRPr>
            </a:lvl8pPr>
            <a:lvl9pPr lvl="8">
              <a:spcBef>
                <a:spcPts val="0"/>
              </a:spcBef>
              <a:spcAft>
                <a:spcPts val="0"/>
              </a:spcAft>
              <a:buClr>
                <a:schemeClr val="lt1"/>
              </a:buClr>
              <a:buSzPts val="2000"/>
              <a:buNone/>
              <a:defRPr sz="2000">
                <a:solidFill>
                  <a:schemeClr val="lt1"/>
                </a:solidFill>
              </a:defRPr>
            </a:lvl9pPr>
          </a:lstStyle>
          <a:p/>
        </p:txBody>
      </p:sp>
      <p:pic>
        <p:nvPicPr>
          <p:cNvPr id="61" name="Google Shape;61;p12" title="Logotype - 66° White.png"/>
          <p:cNvPicPr preferRelativeResize="0"/>
          <p:nvPr/>
        </p:nvPicPr>
        <p:blipFill>
          <a:blip r:embed="rId3">
            <a:alphaModFix/>
          </a:blip>
          <a:stretch>
            <a:fillRect/>
          </a:stretch>
        </p:blipFill>
        <p:spPr>
          <a:xfrm>
            <a:off x="342904" y="4846079"/>
            <a:ext cx="540948" cy="12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twoColTx">
  <p:cSld name="TITLE_AND_TWO_COLUMNS">
    <p:spTree>
      <p:nvGrpSpPr>
        <p:cNvPr id="62" name="Shape 62"/>
        <p:cNvGrpSpPr/>
        <p:nvPr/>
      </p:nvGrpSpPr>
      <p:grpSpPr>
        <a:xfrm>
          <a:off x="0" y="0"/>
          <a:ext cx="0" cy="0"/>
          <a:chOff x="0" y="0"/>
          <a:chExt cx="0" cy="0"/>
        </a:xfrm>
      </p:grpSpPr>
      <p:pic>
        <p:nvPicPr>
          <p:cNvPr id="63" name="Google Shape;63;p13" title="AdobeStock_873016162.jpeg"/>
          <p:cNvPicPr preferRelativeResize="0"/>
          <p:nvPr/>
        </p:nvPicPr>
        <p:blipFill rotWithShape="1">
          <a:blip r:embed="rId2">
            <a:alphaModFix/>
          </a:blip>
          <a:srcRect b="18173" l="5556" r="5556" t="48397"/>
          <a:stretch/>
        </p:blipFill>
        <p:spPr>
          <a:xfrm>
            <a:off x="0" y="0"/>
            <a:ext cx="9144003" cy="1719501"/>
          </a:xfrm>
          <a:prstGeom prst="rect">
            <a:avLst/>
          </a:prstGeom>
          <a:noFill/>
          <a:ln>
            <a:noFill/>
          </a:ln>
        </p:spPr>
      </p:pic>
      <p:sp>
        <p:nvSpPr>
          <p:cNvPr id="64" name="Google Shape;64;p13"/>
          <p:cNvSpPr txBox="1"/>
          <p:nvPr>
            <p:ph type="title"/>
          </p:nvPr>
        </p:nvSpPr>
        <p:spPr>
          <a:xfrm>
            <a:off x="231025" y="573388"/>
            <a:ext cx="86013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65" name="Google Shape;65;p13"/>
          <p:cNvSpPr txBox="1"/>
          <p:nvPr>
            <p:ph idx="1" type="body"/>
          </p:nvPr>
        </p:nvSpPr>
        <p:spPr>
          <a:xfrm>
            <a:off x="231000" y="1813800"/>
            <a:ext cx="4341000" cy="2648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66" name="Google Shape;66;p13"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pic>
        <p:nvPicPr>
          <p:cNvPr id="67" name="Google Shape;67;p13" title="Secondary Mark - 66° White.png"/>
          <p:cNvPicPr preferRelativeResize="0"/>
          <p:nvPr/>
        </p:nvPicPr>
        <p:blipFill rotWithShape="1">
          <a:blip r:embed="rId4">
            <a:alphaModFix amt="10000"/>
          </a:blip>
          <a:srcRect b="0" l="0" r="0" t="0"/>
          <a:stretch/>
        </p:blipFill>
        <p:spPr>
          <a:xfrm>
            <a:off x="6566938" y="0"/>
            <a:ext cx="2577063" cy="17195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Title">
  <p:cSld name="MAIN_POINT">
    <p:spTree>
      <p:nvGrpSpPr>
        <p:cNvPr id="68" name="Shape 68"/>
        <p:cNvGrpSpPr/>
        <p:nvPr/>
      </p:nvGrpSpPr>
      <p:grpSpPr>
        <a:xfrm>
          <a:off x="0" y="0"/>
          <a:ext cx="0" cy="0"/>
          <a:chOff x="0" y="0"/>
          <a:chExt cx="0" cy="0"/>
        </a:xfrm>
      </p:grpSpPr>
      <p:sp>
        <p:nvSpPr>
          <p:cNvPr id="69" name="Google Shape;69;p14"/>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70" name="Google Shape;70;p14" title="Logotype - Night Blue.png"/>
          <p:cNvPicPr preferRelativeResize="0"/>
          <p:nvPr/>
        </p:nvPicPr>
        <p:blipFill>
          <a:blip r:embed="rId2">
            <a:alphaModFix/>
          </a:blip>
          <a:stretch>
            <a:fillRect/>
          </a:stretch>
        </p:blipFill>
        <p:spPr>
          <a:xfrm>
            <a:off x="342900" y="228599"/>
            <a:ext cx="1074268" cy="253350"/>
          </a:xfrm>
          <a:prstGeom prst="rect">
            <a:avLst/>
          </a:prstGeom>
          <a:noFill/>
          <a:ln>
            <a:noFill/>
          </a:ln>
        </p:spPr>
      </p:pic>
      <p:sp>
        <p:nvSpPr>
          <p:cNvPr id="71" name="Google Shape;71;p14"/>
          <p:cNvSpPr txBox="1"/>
          <p:nvPr>
            <p:ph type="title"/>
          </p:nvPr>
        </p:nvSpPr>
        <p:spPr>
          <a:xfrm>
            <a:off x="240850" y="2232300"/>
            <a:ext cx="8682000" cy="678900"/>
          </a:xfrm>
          <a:prstGeom prst="rect">
            <a:avLst/>
          </a:prstGeom>
        </p:spPr>
        <p:txBody>
          <a:bodyPr anchorCtr="0" anchor="t" bIns="91425" lIns="91425" spcFirstLastPara="1" rIns="91425" wrap="square" tIns="91425">
            <a:sp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pic>
        <p:nvPicPr>
          <p:cNvPr id="72" name="Google Shape;72;p14" title="Secondary Mark - Night Blue.png"/>
          <p:cNvPicPr preferRelativeResize="0"/>
          <p:nvPr/>
        </p:nvPicPr>
        <p:blipFill rotWithShape="1">
          <a:blip r:embed="rId3">
            <a:alphaModFix amt="5000"/>
          </a:blip>
          <a:srcRect b="30" l="0" r="0" t="30"/>
          <a:stretch/>
        </p:blipFill>
        <p:spPr>
          <a:xfrm>
            <a:off x="5096131" y="2450950"/>
            <a:ext cx="4047870" cy="270087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Title + Subtitle">
  <p:cSld name="TITLE_AND_BODY_3">
    <p:spTree>
      <p:nvGrpSpPr>
        <p:cNvPr id="73" name="Shape 73"/>
        <p:cNvGrpSpPr/>
        <p:nvPr/>
      </p:nvGrpSpPr>
      <p:grpSpPr>
        <a:xfrm>
          <a:off x="0" y="0"/>
          <a:ext cx="0" cy="0"/>
          <a:chOff x="0" y="0"/>
          <a:chExt cx="0" cy="0"/>
        </a:xfrm>
      </p:grpSpPr>
      <p:sp>
        <p:nvSpPr>
          <p:cNvPr id="74" name="Google Shape;74;p15"/>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75" name="Google Shape;75;p15"/>
          <p:cNvSpPr txBox="1"/>
          <p:nvPr>
            <p:ph type="title"/>
          </p:nvPr>
        </p:nvSpPr>
        <p:spPr>
          <a:xfrm>
            <a:off x="231025" y="2298150"/>
            <a:ext cx="8808300" cy="547200"/>
          </a:xfrm>
          <a:prstGeom prst="rect">
            <a:avLst/>
          </a:prstGeom>
        </p:spPr>
        <p:txBody>
          <a:bodyPr anchorCtr="0" anchor="ctr" bIns="91425" lIns="91425" spcFirstLastPara="1" rIns="91425" wrap="square" tIns="91425">
            <a:sp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6" name="Google Shape;76;p15"/>
          <p:cNvSpPr txBox="1"/>
          <p:nvPr>
            <p:ph idx="2" type="title"/>
          </p:nvPr>
        </p:nvSpPr>
        <p:spPr>
          <a:xfrm>
            <a:off x="231025" y="2845350"/>
            <a:ext cx="8808300" cy="454800"/>
          </a:xfrm>
          <a:prstGeom prst="rect">
            <a:avLst/>
          </a:prstGeom>
        </p:spPr>
        <p:txBody>
          <a:bodyPr anchorCtr="0" anchor="ctr" bIns="91425" lIns="91425" spcFirstLastPara="1" rIns="91425" wrap="square" tIns="91425">
            <a:spAutoFit/>
          </a:bodyPr>
          <a:lstStyle>
            <a:lvl1pPr lvl="0" rtl="0">
              <a:spcBef>
                <a:spcPts val="0"/>
              </a:spcBef>
              <a:spcAft>
                <a:spcPts val="0"/>
              </a:spcAft>
              <a:buSzPts val="1400"/>
              <a:buFont typeface="Poppins Light"/>
              <a:buNone/>
              <a:defRPr sz="1400">
                <a:latin typeface="Poppins Light"/>
                <a:ea typeface="Poppins Light"/>
                <a:cs typeface="Poppins Light"/>
                <a:sym typeface="Poppins Light"/>
              </a:defRPr>
            </a:lvl1pPr>
            <a:lvl2pPr lvl="1" rtl="0">
              <a:spcBef>
                <a:spcPts val="0"/>
              </a:spcBef>
              <a:spcAft>
                <a:spcPts val="0"/>
              </a:spcAft>
              <a:buSzPts val="1400"/>
              <a:buFont typeface="Poppins Light"/>
              <a:buNone/>
              <a:defRPr sz="1400">
                <a:latin typeface="Poppins Light"/>
                <a:ea typeface="Poppins Light"/>
                <a:cs typeface="Poppins Light"/>
                <a:sym typeface="Poppins Light"/>
              </a:defRPr>
            </a:lvl2pPr>
            <a:lvl3pPr lvl="2" rtl="0">
              <a:spcBef>
                <a:spcPts val="0"/>
              </a:spcBef>
              <a:spcAft>
                <a:spcPts val="0"/>
              </a:spcAft>
              <a:buSzPts val="1400"/>
              <a:buFont typeface="Poppins Light"/>
              <a:buNone/>
              <a:defRPr sz="1400">
                <a:latin typeface="Poppins Light"/>
                <a:ea typeface="Poppins Light"/>
                <a:cs typeface="Poppins Light"/>
                <a:sym typeface="Poppins Light"/>
              </a:defRPr>
            </a:lvl3pPr>
            <a:lvl4pPr lvl="3" rtl="0">
              <a:spcBef>
                <a:spcPts val="0"/>
              </a:spcBef>
              <a:spcAft>
                <a:spcPts val="0"/>
              </a:spcAft>
              <a:buSzPts val="1400"/>
              <a:buFont typeface="Poppins Light"/>
              <a:buNone/>
              <a:defRPr sz="1400">
                <a:latin typeface="Poppins Light"/>
                <a:ea typeface="Poppins Light"/>
                <a:cs typeface="Poppins Light"/>
                <a:sym typeface="Poppins Light"/>
              </a:defRPr>
            </a:lvl4pPr>
            <a:lvl5pPr lvl="4" rtl="0">
              <a:spcBef>
                <a:spcPts val="0"/>
              </a:spcBef>
              <a:spcAft>
                <a:spcPts val="0"/>
              </a:spcAft>
              <a:buSzPts val="1400"/>
              <a:buFont typeface="Poppins Light"/>
              <a:buNone/>
              <a:defRPr sz="1400">
                <a:latin typeface="Poppins Light"/>
                <a:ea typeface="Poppins Light"/>
                <a:cs typeface="Poppins Light"/>
                <a:sym typeface="Poppins Light"/>
              </a:defRPr>
            </a:lvl5pPr>
            <a:lvl6pPr lvl="5" rtl="0">
              <a:spcBef>
                <a:spcPts val="0"/>
              </a:spcBef>
              <a:spcAft>
                <a:spcPts val="0"/>
              </a:spcAft>
              <a:buSzPts val="1400"/>
              <a:buFont typeface="Poppins Light"/>
              <a:buNone/>
              <a:defRPr sz="1400">
                <a:latin typeface="Poppins Light"/>
                <a:ea typeface="Poppins Light"/>
                <a:cs typeface="Poppins Light"/>
                <a:sym typeface="Poppins Light"/>
              </a:defRPr>
            </a:lvl6pPr>
            <a:lvl7pPr lvl="6" rtl="0">
              <a:spcBef>
                <a:spcPts val="0"/>
              </a:spcBef>
              <a:spcAft>
                <a:spcPts val="0"/>
              </a:spcAft>
              <a:buSzPts val="1400"/>
              <a:buFont typeface="Poppins Light"/>
              <a:buNone/>
              <a:defRPr sz="1400">
                <a:latin typeface="Poppins Light"/>
                <a:ea typeface="Poppins Light"/>
                <a:cs typeface="Poppins Light"/>
                <a:sym typeface="Poppins Light"/>
              </a:defRPr>
            </a:lvl7pPr>
            <a:lvl8pPr lvl="7" rtl="0">
              <a:spcBef>
                <a:spcPts val="0"/>
              </a:spcBef>
              <a:spcAft>
                <a:spcPts val="0"/>
              </a:spcAft>
              <a:buSzPts val="1400"/>
              <a:buFont typeface="Poppins Light"/>
              <a:buNone/>
              <a:defRPr sz="1400">
                <a:latin typeface="Poppins Light"/>
                <a:ea typeface="Poppins Light"/>
                <a:cs typeface="Poppins Light"/>
                <a:sym typeface="Poppins Light"/>
              </a:defRPr>
            </a:lvl8pPr>
            <a:lvl9pPr lvl="8" rtl="0">
              <a:spcBef>
                <a:spcPts val="0"/>
              </a:spcBef>
              <a:spcAft>
                <a:spcPts val="0"/>
              </a:spcAft>
              <a:buSzPts val="1400"/>
              <a:buFont typeface="Poppins Light"/>
              <a:buNone/>
              <a:defRPr sz="1400">
                <a:latin typeface="Poppins Light"/>
                <a:ea typeface="Poppins Light"/>
                <a:cs typeface="Poppins Light"/>
                <a:sym typeface="Poppins Light"/>
              </a:defRPr>
            </a:lvl9pPr>
          </a:lstStyle>
          <a:p/>
        </p:txBody>
      </p:sp>
      <p:pic>
        <p:nvPicPr>
          <p:cNvPr id="77" name="Google Shape;77;p15" title="Logotype - Night Blue.png"/>
          <p:cNvPicPr preferRelativeResize="0"/>
          <p:nvPr/>
        </p:nvPicPr>
        <p:blipFill>
          <a:blip r:embed="rId2">
            <a:alphaModFix/>
          </a:blip>
          <a:stretch>
            <a:fillRect/>
          </a:stretch>
        </p:blipFill>
        <p:spPr>
          <a:xfrm>
            <a:off x="342900" y="228599"/>
            <a:ext cx="1074268" cy="253350"/>
          </a:xfrm>
          <a:prstGeom prst="rect">
            <a:avLst/>
          </a:prstGeom>
          <a:noFill/>
          <a:ln>
            <a:noFill/>
          </a:ln>
        </p:spPr>
      </p:pic>
      <p:pic>
        <p:nvPicPr>
          <p:cNvPr id="78" name="Google Shape;78;p15" title="Secondary Mark - Night Blue.png"/>
          <p:cNvPicPr preferRelativeResize="0"/>
          <p:nvPr/>
        </p:nvPicPr>
        <p:blipFill rotWithShape="1">
          <a:blip r:embed="rId3">
            <a:alphaModFix amt="5000"/>
          </a:blip>
          <a:srcRect b="30" l="0" r="0" t="30"/>
          <a:stretch/>
        </p:blipFill>
        <p:spPr>
          <a:xfrm>
            <a:off x="5096131" y="2450950"/>
            <a:ext cx="4047870" cy="2700874"/>
          </a:xfrm>
          <a:prstGeom prst="rect">
            <a:avLst/>
          </a:prstGeom>
          <a:noFill/>
          <a:ln>
            <a:noFill/>
          </a:ln>
        </p:spPr>
      </p:pic>
    </p:spTree>
  </p:cSld>
  <p:clrMapOvr>
    <a:masterClrMapping/>
  </p:clrMapOvr>
  <p:extLst>
    <p:ext uri="{DCECCB84-F9BA-43D5-87BE-67443E8EF086}">
      <p15:sldGuideLst>
        <p15:guide id="1" pos="1544">
          <p15:clr>
            <a:schemeClr val="dk2"/>
          </p15:clr>
        </p15:guide>
        <p15:guide id="2" pos="657">
          <p15:clr>
            <a:schemeClr val="dk2"/>
          </p15:clr>
        </p15:guide>
        <p15:guide id="3" pos="2433">
          <p15:clr>
            <a:schemeClr val="dk2"/>
          </p15:clr>
        </p15:guide>
        <p15:guide id="4" pos="4207">
          <p15:clr>
            <a:schemeClr val="dk2"/>
          </p15:clr>
        </p15:guide>
        <p15:guide id="5" pos="5098">
          <p15:clr>
            <a:schemeClr val="dk2"/>
          </p15:clr>
        </p15:guide>
        <p15:guide id="6" pos="3321">
          <p15:clr>
            <a:schemeClr val="dk2"/>
          </p15:clr>
        </p15:guide>
        <p15:guide id="7" orient="horz" pos="1304">
          <p15:clr>
            <a:schemeClr val="dk2"/>
          </p15:clr>
        </p15:guide>
        <p15:guide id="8" orient="horz" pos="1800">
          <p15:clr>
            <a:schemeClr val="dk2"/>
          </p15:clr>
        </p15:guide>
        <p15:guide id="9" orient="horz" pos="2262">
          <p15:clr>
            <a:schemeClr val="dk2"/>
          </p15:clr>
        </p15:guide>
        <p15:guide id="10" orient="horz" pos="2725">
          <p15:clr>
            <a:schemeClr val="dk2"/>
          </p15:clr>
        </p15:guide>
        <p15:guide id="11" orient="horz" pos="848">
          <p15:clr>
            <a:schemeClr val="dk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lank + Gray 66">
  <p:cSld name="TITLE_ONLY_1">
    <p:spTree>
      <p:nvGrpSpPr>
        <p:cNvPr id="79" name="Shape 79"/>
        <p:cNvGrpSpPr/>
        <p:nvPr/>
      </p:nvGrpSpPr>
      <p:grpSpPr>
        <a:xfrm>
          <a:off x="0" y="0"/>
          <a:ext cx="0" cy="0"/>
          <a:chOff x="0" y="0"/>
          <a:chExt cx="0" cy="0"/>
        </a:xfrm>
      </p:grpSpPr>
      <p:sp>
        <p:nvSpPr>
          <p:cNvPr id="80" name="Google Shape;80;p16"/>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5382000" y="0"/>
            <a:ext cx="37617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82" name="Google Shape;82;p16"/>
          <p:cNvSpPr txBox="1"/>
          <p:nvPr>
            <p:ph type="title"/>
          </p:nvPr>
        </p:nvSpPr>
        <p:spPr>
          <a:xfrm>
            <a:off x="231025" y="228600"/>
            <a:ext cx="5151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83" name="Google Shape;83;p16"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pic>
        <p:nvPicPr>
          <p:cNvPr id="84" name="Google Shape;84;p16" title="Secondary Mark - Night Blue.png"/>
          <p:cNvPicPr preferRelativeResize="0"/>
          <p:nvPr/>
        </p:nvPicPr>
        <p:blipFill rotWithShape="1">
          <a:blip r:embed="rId3">
            <a:alphaModFix amt="5000"/>
          </a:blip>
          <a:srcRect b="30" l="0" r="0" t="30"/>
          <a:stretch/>
        </p:blipFill>
        <p:spPr>
          <a:xfrm>
            <a:off x="5382300" y="2641895"/>
            <a:ext cx="3761700" cy="250992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1 Blank 1">
  <p:cSld name="TITLE_ONLY_1_2">
    <p:spTree>
      <p:nvGrpSpPr>
        <p:cNvPr id="85" name="Shape 85"/>
        <p:cNvGrpSpPr/>
        <p:nvPr/>
      </p:nvGrpSpPr>
      <p:grpSpPr>
        <a:xfrm>
          <a:off x="0" y="0"/>
          <a:ext cx="0" cy="0"/>
          <a:chOff x="0" y="0"/>
          <a:chExt cx="0" cy="0"/>
        </a:xfrm>
      </p:grpSpPr>
      <p:sp>
        <p:nvSpPr>
          <p:cNvPr id="86" name="Google Shape;86;p17"/>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7"/>
          <p:cNvGrpSpPr/>
          <p:nvPr/>
        </p:nvGrpSpPr>
        <p:grpSpPr>
          <a:xfrm>
            <a:off x="0" y="0"/>
            <a:ext cx="9144003" cy="5143501"/>
            <a:chOff x="0" y="0"/>
            <a:chExt cx="9144003" cy="5143501"/>
          </a:xfrm>
        </p:grpSpPr>
        <p:sp>
          <p:nvSpPr>
            <p:cNvPr id="88" name="Google Shape;88;p17"/>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89" name="Google Shape;89;p17" title="AdobeStock_1226728112.jpe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90" name="Google Shape;90;p17"/>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91" name="Google Shape;91;p17"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1 Background Title Only">
  <p:cSld name="TITLE_ONLY_1_1">
    <p:spTree>
      <p:nvGrpSpPr>
        <p:cNvPr id="92" name="Shape 92"/>
        <p:cNvGrpSpPr/>
        <p:nvPr/>
      </p:nvGrpSpPr>
      <p:grpSpPr>
        <a:xfrm>
          <a:off x="0" y="0"/>
          <a:ext cx="0" cy="0"/>
          <a:chOff x="0" y="0"/>
          <a:chExt cx="0" cy="0"/>
        </a:xfrm>
      </p:grpSpPr>
      <p:sp>
        <p:nvSpPr>
          <p:cNvPr id="93" name="Google Shape;93;p18"/>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18"/>
          <p:cNvGrpSpPr/>
          <p:nvPr/>
        </p:nvGrpSpPr>
        <p:grpSpPr>
          <a:xfrm>
            <a:off x="0" y="0"/>
            <a:ext cx="9144003" cy="5143501"/>
            <a:chOff x="0" y="0"/>
            <a:chExt cx="9144003" cy="5143501"/>
          </a:xfrm>
        </p:grpSpPr>
        <p:sp>
          <p:nvSpPr>
            <p:cNvPr id="95" name="Google Shape;95;p18"/>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96" name="Google Shape;96;p18" title="AdobeStock_1226728112.jpe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97" name="Google Shape;97;p18"/>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8" name="Google Shape;98;p18"/>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99" name="Google Shape;99;p18"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ckground + Uneditable 1/3 Gray">
  <p:cSld name="TITLE_1">
    <p:spTree>
      <p:nvGrpSpPr>
        <p:cNvPr id="100" name="Shape 100"/>
        <p:cNvGrpSpPr/>
        <p:nvPr/>
      </p:nvGrpSpPr>
      <p:grpSpPr>
        <a:xfrm>
          <a:off x="0" y="0"/>
          <a:ext cx="0" cy="0"/>
          <a:chOff x="0" y="0"/>
          <a:chExt cx="0" cy="0"/>
        </a:xfrm>
      </p:grpSpPr>
      <p:grpSp>
        <p:nvGrpSpPr>
          <p:cNvPr id="101" name="Google Shape;101;p19"/>
          <p:cNvGrpSpPr/>
          <p:nvPr/>
        </p:nvGrpSpPr>
        <p:grpSpPr>
          <a:xfrm>
            <a:off x="0" y="0"/>
            <a:ext cx="9144003" cy="5143501"/>
            <a:chOff x="0" y="0"/>
            <a:chExt cx="9144003" cy="5143501"/>
          </a:xfrm>
        </p:grpSpPr>
        <p:sp>
          <p:nvSpPr>
            <p:cNvPr id="102" name="Google Shape;102;p19"/>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103" name="Google Shape;103;p19" title="AdobeStock_1226728112.jpe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04" name="Google Shape;104;p19"/>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5" name="Google Shape;105;p19"/>
          <p:cNvSpPr/>
          <p:nvPr/>
        </p:nvSpPr>
        <p:spPr>
          <a:xfrm>
            <a:off x="6146425" y="228600"/>
            <a:ext cx="2766600" cy="4500900"/>
          </a:xfrm>
          <a:prstGeom prst="roundRect">
            <a:avLst>
              <a:gd fmla="val 1231" name="adj"/>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106" name="Google Shape;106;p19"/>
          <p:cNvSpPr txBox="1"/>
          <p:nvPr>
            <p:ph type="title"/>
          </p:nvPr>
        </p:nvSpPr>
        <p:spPr>
          <a:xfrm>
            <a:off x="231025" y="228600"/>
            <a:ext cx="59154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107" name="Google Shape;107;p19"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ckground + Uneditable Gray Square">
  <p:cSld name="TITLE_2">
    <p:spTree>
      <p:nvGrpSpPr>
        <p:cNvPr id="108" name="Shape 108"/>
        <p:cNvGrpSpPr/>
        <p:nvPr/>
      </p:nvGrpSpPr>
      <p:grpSpPr>
        <a:xfrm>
          <a:off x="0" y="0"/>
          <a:ext cx="0" cy="0"/>
          <a:chOff x="0" y="0"/>
          <a:chExt cx="0" cy="0"/>
        </a:xfrm>
      </p:grpSpPr>
      <p:pic>
        <p:nvPicPr>
          <p:cNvPr id="109" name="Google Shape;109;p20" title="66degreesBlack.png"/>
          <p:cNvPicPr preferRelativeResize="0"/>
          <p:nvPr/>
        </p:nvPicPr>
        <p:blipFill rotWithShape="1">
          <a:blip r:embed="rId2">
            <a:alphaModFix/>
          </a:blip>
          <a:srcRect b="417" l="0" r="0" t="407"/>
          <a:stretch/>
        </p:blipFill>
        <p:spPr>
          <a:xfrm>
            <a:off x="342888" y="4860450"/>
            <a:ext cx="498109" cy="117000"/>
          </a:xfrm>
          <a:prstGeom prst="rect">
            <a:avLst/>
          </a:prstGeom>
          <a:noFill/>
          <a:ln>
            <a:noFill/>
          </a:ln>
        </p:spPr>
      </p:pic>
      <p:grpSp>
        <p:nvGrpSpPr>
          <p:cNvPr id="110" name="Google Shape;110;p20"/>
          <p:cNvGrpSpPr/>
          <p:nvPr/>
        </p:nvGrpSpPr>
        <p:grpSpPr>
          <a:xfrm>
            <a:off x="0" y="0"/>
            <a:ext cx="9144003" cy="5143501"/>
            <a:chOff x="0" y="0"/>
            <a:chExt cx="9144003" cy="5143501"/>
          </a:xfrm>
        </p:grpSpPr>
        <p:sp>
          <p:nvSpPr>
            <p:cNvPr id="111" name="Google Shape;111;p20"/>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112" name="Google Shape;112;p20" title="AdobeStock_1226728112.jpeg"/>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13" name="Google Shape;113;p20"/>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14" name="Google Shape;114;p20"/>
          <p:cNvSpPr txBox="1"/>
          <p:nvPr>
            <p:ph type="title"/>
          </p:nvPr>
        </p:nvSpPr>
        <p:spPr>
          <a:xfrm>
            <a:off x="231025" y="228600"/>
            <a:ext cx="4341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15" name="Google Shape;115;p20"/>
          <p:cNvSpPr/>
          <p:nvPr/>
        </p:nvSpPr>
        <p:spPr>
          <a:xfrm>
            <a:off x="4572025" y="228600"/>
            <a:ext cx="4341000" cy="4500900"/>
          </a:xfrm>
          <a:prstGeom prst="roundRect">
            <a:avLst>
              <a:gd fmla="val 1231" name="adj"/>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116" name="Google Shape;116;p20" title="Logotype - Night Blue.png"/>
          <p:cNvPicPr preferRelativeResize="0"/>
          <p:nvPr/>
        </p:nvPicPr>
        <p:blipFill>
          <a:blip r:embed="rId4">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2 Blank">
  <p:cSld name="TITLE_AND_BODY_5">
    <p:spTree>
      <p:nvGrpSpPr>
        <p:cNvPr id="117" name="Shape 117"/>
        <p:cNvGrpSpPr/>
        <p:nvPr/>
      </p:nvGrpSpPr>
      <p:grpSpPr>
        <a:xfrm>
          <a:off x="0" y="0"/>
          <a:ext cx="0" cy="0"/>
          <a:chOff x="0" y="0"/>
          <a:chExt cx="0" cy="0"/>
        </a:xfrm>
      </p:grpSpPr>
      <p:pic>
        <p:nvPicPr>
          <p:cNvPr id="118" name="Google Shape;118;p21"/>
          <p:cNvPicPr preferRelativeResize="0"/>
          <p:nvPr/>
        </p:nvPicPr>
        <p:blipFill rotWithShape="1">
          <a:blip r:embed="rId2">
            <a:alphaModFix/>
          </a:blip>
          <a:srcRect b="16181" l="1152" r="1182" t="1344"/>
          <a:stretch/>
        </p:blipFill>
        <p:spPr>
          <a:xfrm rot="10800000">
            <a:off x="-999" y="-5601"/>
            <a:ext cx="9145999" cy="5154701"/>
          </a:xfrm>
          <a:prstGeom prst="rect">
            <a:avLst/>
          </a:prstGeom>
          <a:noFill/>
          <a:ln>
            <a:noFill/>
          </a:ln>
        </p:spPr>
      </p:pic>
      <p:pic>
        <p:nvPicPr>
          <p:cNvPr id="119" name="Google Shape;119;p21"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AND_BODY_3_2">
    <p:spTree>
      <p:nvGrpSpPr>
        <p:cNvPr id="120" name="Shape 120"/>
        <p:cNvGrpSpPr/>
        <p:nvPr/>
      </p:nvGrpSpPr>
      <p:grpSpPr>
        <a:xfrm>
          <a:off x="0" y="0"/>
          <a:ext cx="0" cy="0"/>
          <a:chOff x="0" y="0"/>
          <a:chExt cx="0" cy="0"/>
        </a:xfrm>
      </p:grpSpPr>
      <p:sp>
        <p:nvSpPr>
          <p:cNvPr id="121" name="Google Shape;121;p22"/>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122" name="Google Shape;122;p22"/>
          <p:cNvSpPr txBox="1"/>
          <p:nvPr/>
        </p:nvSpPr>
        <p:spPr>
          <a:xfrm>
            <a:off x="231025" y="2272375"/>
            <a:ext cx="4341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latin typeface="Poppins"/>
                <a:ea typeface="Poppins"/>
                <a:cs typeface="Poppins"/>
                <a:sym typeface="Poppins"/>
              </a:rPr>
              <a:t>Thank You</a:t>
            </a:r>
            <a:endParaRPr sz="2600">
              <a:solidFill>
                <a:schemeClr val="dk1"/>
              </a:solidFill>
              <a:latin typeface="Poppins"/>
              <a:ea typeface="Poppins"/>
              <a:cs typeface="Poppins"/>
              <a:sym typeface="Poppins"/>
            </a:endParaRPr>
          </a:p>
        </p:txBody>
      </p:sp>
      <p:pic>
        <p:nvPicPr>
          <p:cNvPr id="123" name="Google Shape;123;p22" title="Logotype - Night Blue.png"/>
          <p:cNvPicPr preferRelativeResize="0"/>
          <p:nvPr/>
        </p:nvPicPr>
        <p:blipFill>
          <a:blip r:embed="rId2">
            <a:alphaModFix/>
          </a:blip>
          <a:stretch>
            <a:fillRect/>
          </a:stretch>
        </p:blipFill>
        <p:spPr>
          <a:xfrm>
            <a:off x="342900" y="228599"/>
            <a:ext cx="1074268" cy="253350"/>
          </a:xfrm>
          <a:prstGeom prst="rect">
            <a:avLst/>
          </a:prstGeom>
          <a:noFill/>
          <a:ln>
            <a:noFill/>
          </a:ln>
        </p:spPr>
      </p:pic>
      <p:pic>
        <p:nvPicPr>
          <p:cNvPr id="124" name="Google Shape;124;p22" title="Secondary Mark - Night Blue.png"/>
          <p:cNvPicPr preferRelativeResize="0"/>
          <p:nvPr/>
        </p:nvPicPr>
        <p:blipFill rotWithShape="1">
          <a:blip r:embed="rId3">
            <a:alphaModFix amt="5000"/>
          </a:blip>
          <a:srcRect b="30" l="0" r="0" t="30"/>
          <a:stretch/>
        </p:blipFill>
        <p:spPr>
          <a:xfrm>
            <a:off x="5096131" y="2450950"/>
            <a:ext cx="4047870" cy="270087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2 White Squares">
  <p:cSld name="TITLE_AND_BODY_1_3_1_1">
    <p:spTree>
      <p:nvGrpSpPr>
        <p:cNvPr id="125" name="Shape 125"/>
        <p:cNvGrpSpPr/>
        <p:nvPr/>
      </p:nvGrpSpPr>
      <p:grpSpPr>
        <a:xfrm>
          <a:off x="0" y="0"/>
          <a:ext cx="0" cy="0"/>
          <a:chOff x="0" y="0"/>
          <a:chExt cx="0" cy="0"/>
        </a:xfrm>
      </p:grpSpPr>
      <p:sp>
        <p:nvSpPr>
          <p:cNvPr id="126" name="Google Shape;126;p23"/>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127" name="Google Shape;127;p23"/>
          <p:cNvSpPr/>
          <p:nvPr/>
        </p:nvSpPr>
        <p:spPr>
          <a:xfrm>
            <a:off x="22862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128" name="Google Shape;128;p23"/>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29" name="Google Shape;129;p23"/>
          <p:cNvSpPr/>
          <p:nvPr/>
        </p:nvSpPr>
        <p:spPr>
          <a:xfrm>
            <a:off x="463077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130" name="Google Shape;130;p23"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2 White Squares 1">
  <p:cSld name="TITLE_AND_BODY_1_3_1_2">
    <p:spTree>
      <p:nvGrpSpPr>
        <p:cNvPr id="131" name="Shape 131"/>
        <p:cNvGrpSpPr/>
        <p:nvPr/>
      </p:nvGrpSpPr>
      <p:grpSpPr>
        <a:xfrm>
          <a:off x="0" y="0"/>
          <a:ext cx="0" cy="0"/>
          <a:chOff x="0" y="0"/>
          <a:chExt cx="0" cy="0"/>
        </a:xfrm>
      </p:grpSpPr>
      <p:sp>
        <p:nvSpPr>
          <p:cNvPr id="132" name="Google Shape;132;p24"/>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133" name="Google Shape;133;p24" title="66degreesBlack.png"/>
          <p:cNvPicPr preferRelativeResize="0"/>
          <p:nvPr/>
        </p:nvPicPr>
        <p:blipFill rotWithShape="1">
          <a:blip r:embed="rId2">
            <a:alphaModFix/>
          </a:blip>
          <a:srcRect b="417" l="0" r="0" t="407"/>
          <a:stretch/>
        </p:blipFill>
        <p:spPr>
          <a:xfrm>
            <a:off x="342888" y="4860450"/>
            <a:ext cx="498109" cy="117000"/>
          </a:xfrm>
          <a:prstGeom prst="rect">
            <a:avLst/>
          </a:prstGeom>
          <a:noFill/>
          <a:ln>
            <a:noFill/>
          </a:ln>
        </p:spPr>
      </p:pic>
      <p:sp>
        <p:nvSpPr>
          <p:cNvPr id="134" name="Google Shape;134;p24"/>
          <p:cNvSpPr/>
          <p:nvPr/>
        </p:nvSpPr>
        <p:spPr>
          <a:xfrm>
            <a:off x="22862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135" name="Google Shape;135;p24"/>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36" name="Google Shape;136;p24"/>
          <p:cNvSpPr/>
          <p:nvPr/>
        </p:nvSpPr>
        <p:spPr>
          <a:xfrm>
            <a:off x="463077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_1_1_2">
    <p:spTree>
      <p:nvGrpSpPr>
        <p:cNvPr id="137" name="Shape 137"/>
        <p:cNvGrpSpPr/>
        <p:nvPr/>
      </p:nvGrpSpPr>
      <p:grpSpPr>
        <a:xfrm>
          <a:off x="0" y="0"/>
          <a:ext cx="0" cy="0"/>
          <a:chOff x="0" y="0"/>
          <a:chExt cx="0" cy="0"/>
        </a:xfrm>
      </p:grpSpPr>
      <p:sp>
        <p:nvSpPr>
          <p:cNvPr id="138" name="Google Shape;138;p25"/>
          <p:cNvSpPr txBox="1"/>
          <p:nvPr/>
        </p:nvSpPr>
        <p:spPr>
          <a:xfrm>
            <a:off x="7248675" y="228600"/>
            <a:ext cx="1540500" cy="258600"/>
          </a:xfrm>
          <a:prstGeom prst="rect">
            <a:avLst/>
          </a:prstGeom>
          <a:noFill/>
          <a:ln>
            <a:noFill/>
          </a:ln>
        </p:spPr>
        <p:txBody>
          <a:bodyPr anchorCtr="0" anchor="t" bIns="45700" lIns="91425" spcFirstLastPara="1" rIns="0" wrap="square" tIns="45700">
            <a:spAutoFit/>
          </a:bodyPr>
          <a:lstStyle/>
          <a:p>
            <a:pPr indent="0" lvl="0" marL="0" marR="0" rtl="0" algn="r">
              <a:lnSpc>
                <a:spcPct val="90000"/>
              </a:lnSpc>
              <a:spcBef>
                <a:spcPts val="0"/>
              </a:spcBef>
              <a:spcAft>
                <a:spcPts val="0"/>
              </a:spcAft>
              <a:buClr>
                <a:srgbClr val="000000"/>
              </a:buClr>
              <a:buSzPts val="1200"/>
              <a:buFont typeface="Arial"/>
              <a:buNone/>
            </a:pPr>
            <a:r>
              <a:rPr b="0" i="0" lang="en" sz="1200" u="none" cap="none" strike="noStrike">
                <a:solidFill>
                  <a:schemeClr val="dk2"/>
                </a:solidFill>
                <a:latin typeface="Work Sans Medium"/>
                <a:ea typeface="Work Sans Medium"/>
                <a:cs typeface="Work Sans Medium"/>
                <a:sym typeface="Work Sans Medium"/>
              </a:rPr>
              <a:t>#LetsGetYouThere</a:t>
            </a:r>
            <a:endParaRPr b="0" i="0" sz="1200" u="none" cap="none" strike="noStrike">
              <a:solidFill>
                <a:schemeClr val="dk2"/>
              </a:solidFill>
              <a:latin typeface="Work Sans Medium"/>
              <a:ea typeface="Work Sans Medium"/>
              <a:cs typeface="Work Sans Medium"/>
              <a:sym typeface="Work Sans Medium"/>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AND_BODY_4_1">
    <p:spTree>
      <p:nvGrpSpPr>
        <p:cNvPr id="139" name="Shape 139"/>
        <p:cNvGrpSpPr/>
        <p:nvPr/>
      </p:nvGrpSpPr>
      <p:grpSpPr>
        <a:xfrm>
          <a:off x="0" y="0"/>
          <a:ext cx="0" cy="0"/>
          <a:chOff x="0" y="0"/>
          <a:chExt cx="0" cy="0"/>
        </a:xfrm>
      </p:grpSpPr>
      <p:sp>
        <p:nvSpPr>
          <p:cNvPr id="140" name="Google Shape;14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41" name="Google Shape;141;p26"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142" name="Google Shape;142;p26"/>
          <p:cNvPicPr preferRelativeResize="0"/>
          <p:nvPr/>
        </p:nvPicPr>
        <p:blipFill>
          <a:blip r:embed="rId3">
            <a:alphaModFix amt="8000"/>
          </a:blip>
          <a:stretch>
            <a:fillRect/>
          </a:stretch>
        </p:blipFill>
        <p:spPr>
          <a:xfrm>
            <a:off x="5319525" y="2450950"/>
            <a:ext cx="3824474" cy="2700875"/>
          </a:xfrm>
          <a:prstGeom prst="rect">
            <a:avLst/>
          </a:prstGeom>
          <a:noFill/>
          <a:ln>
            <a:noFill/>
          </a:ln>
        </p:spPr>
      </p:pic>
      <p:sp>
        <p:nvSpPr>
          <p:cNvPr id="143" name="Google Shape;143;p26"/>
          <p:cNvSpPr txBox="1"/>
          <p:nvPr>
            <p:ph type="title"/>
          </p:nvPr>
        </p:nvSpPr>
        <p:spPr>
          <a:xfrm>
            <a:off x="231025" y="2375525"/>
            <a:ext cx="8641500" cy="5727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44" name="Google Shape;144;p26"/>
          <p:cNvSpPr txBox="1"/>
          <p:nvPr>
            <p:ph idx="2" type="title"/>
          </p:nvPr>
        </p:nvSpPr>
        <p:spPr>
          <a:xfrm>
            <a:off x="231025" y="2948225"/>
            <a:ext cx="8641500" cy="3936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9pPr>
          </a:lstStyle>
          <a:p/>
        </p:txBody>
      </p:sp>
      <p:pic>
        <p:nvPicPr>
          <p:cNvPr id="145" name="Google Shape;145;p26" title="66degreesWhite.png"/>
          <p:cNvPicPr preferRelativeResize="0"/>
          <p:nvPr/>
        </p:nvPicPr>
        <p:blipFill rotWithShape="1">
          <a:blip r:embed="rId4">
            <a:alphaModFix/>
          </a:blip>
          <a:srcRect b="0" l="0" r="0" t="0"/>
          <a:stretch/>
        </p:blipFill>
        <p:spPr>
          <a:xfrm>
            <a:off x="484950" y="420650"/>
            <a:ext cx="1234601" cy="28997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TITLE_AND_TWO_COLUMNS_1">
    <p:spTree>
      <p:nvGrpSpPr>
        <p:cNvPr id="146" name="Shape 146"/>
        <p:cNvGrpSpPr/>
        <p:nvPr/>
      </p:nvGrpSpPr>
      <p:grpSpPr>
        <a:xfrm>
          <a:off x="0" y="0"/>
          <a:ext cx="0" cy="0"/>
          <a:chOff x="0" y="0"/>
          <a:chExt cx="0" cy="0"/>
        </a:xfrm>
      </p:grpSpPr>
      <p:pic>
        <p:nvPicPr>
          <p:cNvPr id="147" name="Google Shape;147;p27" title="AdobeStock_873016162.jpeg"/>
          <p:cNvPicPr preferRelativeResize="0"/>
          <p:nvPr/>
        </p:nvPicPr>
        <p:blipFill rotWithShape="1">
          <a:blip r:embed="rId2">
            <a:alphaModFix/>
          </a:blip>
          <a:srcRect b="18173" l="5556" r="5556" t="48397"/>
          <a:stretch/>
        </p:blipFill>
        <p:spPr>
          <a:xfrm>
            <a:off x="0" y="0"/>
            <a:ext cx="9144003" cy="1719501"/>
          </a:xfrm>
          <a:prstGeom prst="rect">
            <a:avLst/>
          </a:prstGeom>
          <a:noFill/>
          <a:ln>
            <a:noFill/>
          </a:ln>
        </p:spPr>
      </p:pic>
      <p:pic>
        <p:nvPicPr>
          <p:cNvPr id="148" name="Google Shape;148;p27"/>
          <p:cNvPicPr preferRelativeResize="0"/>
          <p:nvPr/>
        </p:nvPicPr>
        <p:blipFill>
          <a:blip r:embed="rId3">
            <a:alphaModFix amt="8000"/>
          </a:blip>
          <a:stretch>
            <a:fillRect/>
          </a:stretch>
        </p:blipFill>
        <p:spPr>
          <a:xfrm>
            <a:off x="6575641" y="0"/>
            <a:ext cx="2568358" cy="1813801"/>
          </a:xfrm>
          <a:prstGeom prst="rect">
            <a:avLst/>
          </a:prstGeom>
          <a:noFill/>
          <a:ln>
            <a:noFill/>
          </a:ln>
        </p:spPr>
      </p:pic>
      <p:sp>
        <p:nvSpPr>
          <p:cNvPr id="149" name="Google Shape;149;p27"/>
          <p:cNvSpPr txBox="1"/>
          <p:nvPr>
            <p:ph type="title"/>
          </p:nvPr>
        </p:nvSpPr>
        <p:spPr>
          <a:xfrm>
            <a:off x="231025" y="573388"/>
            <a:ext cx="86013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50" name="Google Shape;150;p27"/>
          <p:cNvSpPr txBox="1"/>
          <p:nvPr>
            <p:ph idx="1" type="body"/>
          </p:nvPr>
        </p:nvSpPr>
        <p:spPr>
          <a:xfrm>
            <a:off x="231000" y="1813800"/>
            <a:ext cx="4341000" cy="2648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151" name="Google Shape;151;p27" title="66degreesBlack.png"/>
          <p:cNvPicPr preferRelativeResize="0"/>
          <p:nvPr/>
        </p:nvPicPr>
        <p:blipFill rotWithShape="1">
          <a:blip r:embed="rId4">
            <a:alphaModFix/>
          </a:blip>
          <a:srcRect b="417" l="0" r="0" t="407"/>
          <a:stretch/>
        </p:blipFill>
        <p:spPr>
          <a:xfrm>
            <a:off x="342888" y="4860450"/>
            <a:ext cx="498109" cy="1170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w/line" type="secHead">
  <p:cSld name="SECTION_HEADER">
    <p:spTree>
      <p:nvGrpSpPr>
        <p:cNvPr id="152" name="Shape 152"/>
        <p:cNvGrpSpPr/>
        <p:nvPr/>
      </p:nvGrpSpPr>
      <p:grpSpPr>
        <a:xfrm>
          <a:off x="0" y="0"/>
          <a:ext cx="0" cy="0"/>
          <a:chOff x="0" y="0"/>
          <a:chExt cx="0" cy="0"/>
        </a:xfrm>
      </p:grpSpPr>
      <p:sp>
        <p:nvSpPr>
          <p:cNvPr id="153" name="Google Shape;153;p28"/>
          <p:cNvSpPr txBox="1"/>
          <p:nvPr>
            <p:ph type="title"/>
          </p:nvPr>
        </p:nvSpPr>
        <p:spPr>
          <a:xfrm>
            <a:off x="231025" y="303163"/>
            <a:ext cx="86013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154" name="Google Shape;154;p28"/>
          <p:cNvSpPr txBox="1"/>
          <p:nvPr>
            <p:ph idx="1" type="body"/>
          </p:nvPr>
        </p:nvSpPr>
        <p:spPr>
          <a:xfrm>
            <a:off x="231025" y="1152475"/>
            <a:ext cx="86820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cxnSp>
        <p:nvCxnSpPr>
          <p:cNvPr id="155" name="Google Shape;155;p28"/>
          <p:cNvCxnSpPr/>
          <p:nvPr/>
        </p:nvCxnSpPr>
        <p:spPr>
          <a:xfrm>
            <a:off x="229975" y="939100"/>
            <a:ext cx="8684100" cy="0"/>
          </a:xfrm>
          <a:prstGeom prst="straightConnector1">
            <a:avLst/>
          </a:prstGeom>
          <a:noFill/>
          <a:ln cap="flat" cmpd="sng" w="9525">
            <a:solidFill>
              <a:srgbClr val="D9D9D9"/>
            </a:solidFill>
            <a:prstDash val="solid"/>
            <a:round/>
            <a:headEnd len="med" w="med" type="none"/>
            <a:tailEnd len="med" w="med" type="none"/>
          </a:ln>
        </p:spPr>
      </p:cxnSp>
      <p:sp>
        <p:nvSpPr>
          <p:cNvPr id="156" name="Google Shape;156;p28"/>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8"/>
          <p:cNvSpPr txBox="1"/>
          <p:nvPr/>
        </p:nvSpPr>
        <p:spPr>
          <a:xfrm>
            <a:off x="7248675" y="228600"/>
            <a:ext cx="1540500" cy="258600"/>
          </a:xfrm>
          <a:prstGeom prst="rect">
            <a:avLst/>
          </a:prstGeom>
          <a:noFill/>
          <a:ln>
            <a:noFill/>
          </a:ln>
        </p:spPr>
        <p:txBody>
          <a:bodyPr anchorCtr="0" anchor="t" bIns="45700" lIns="91425" spcFirstLastPara="1" rIns="0" wrap="square" tIns="45700">
            <a:spAutoFit/>
          </a:bodyPr>
          <a:lstStyle/>
          <a:p>
            <a:pPr indent="0" lvl="0" marL="0" marR="0" rtl="0" algn="r">
              <a:lnSpc>
                <a:spcPct val="90000"/>
              </a:lnSpc>
              <a:spcBef>
                <a:spcPts val="0"/>
              </a:spcBef>
              <a:spcAft>
                <a:spcPts val="0"/>
              </a:spcAft>
              <a:buNone/>
            </a:pPr>
            <a:r>
              <a:rPr lang="en" sz="1200">
                <a:solidFill>
                  <a:schemeClr val="dk2"/>
                </a:solidFill>
                <a:latin typeface="Work Sans Medium"/>
                <a:ea typeface="Work Sans Medium"/>
                <a:cs typeface="Work Sans Medium"/>
                <a:sym typeface="Work Sans Medium"/>
              </a:rPr>
              <a:t>#LetsGetYouThere</a:t>
            </a:r>
            <a:endParaRPr sz="1200">
              <a:solidFill>
                <a:schemeClr val="dk2"/>
              </a:solidFill>
              <a:latin typeface="Work Sans Medium"/>
              <a:ea typeface="Work Sans Medium"/>
              <a:cs typeface="Work Sans Medium"/>
              <a:sym typeface="Work Sans Medium"/>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1">
  <p:cSld name="TITLE_AND_BODY_5_1">
    <p:spTree>
      <p:nvGrpSpPr>
        <p:cNvPr id="158" name="Shape 158"/>
        <p:cNvGrpSpPr/>
        <p:nvPr/>
      </p:nvGrpSpPr>
      <p:grpSpPr>
        <a:xfrm>
          <a:off x="0" y="0"/>
          <a:ext cx="0" cy="0"/>
          <a:chOff x="0" y="0"/>
          <a:chExt cx="0" cy="0"/>
        </a:xfrm>
      </p:grpSpPr>
      <p:sp>
        <p:nvSpPr>
          <p:cNvPr id="159" name="Google Shape;159;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60" name="Google Shape;160;p29"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161" name="Google Shape;161;p29"/>
          <p:cNvPicPr preferRelativeResize="0"/>
          <p:nvPr/>
        </p:nvPicPr>
        <p:blipFill>
          <a:blip r:embed="rId3">
            <a:alphaModFix amt="8000"/>
          </a:blip>
          <a:stretch>
            <a:fillRect/>
          </a:stretch>
        </p:blipFill>
        <p:spPr>
          <a:xfrm>
            <a:off x="5319525" y="2450950"/>
            <a:ext cx="3824474" cy="2700875"/>
          </a:xfrm>
          <a:prstGeom prst="rect">
            <a:avLst/>
          </a:prstGeom>
          <a:noFill/>
          <a:ln>
            <a:noFill/>
          </a:ln>
        </p:spPr>
      </p:pic>
      <p:sp>
        <p:nvSpPr>
          <p:cNvPr id="162" name="Google Shape;162;p29"/>
          <p:cNvSpPr txBox="1"/>
          <p:nvPr>
            <p:ph type="title"/>
          </p:nvPr>
        </p:nvSpPr>
        <p:spPr>
          <a:xfrm>
            <a:off x="231025" y="2375525"/>
            <a:ext cx="8641500" cy="5727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63" name="Google Shape;163;p29"/>
          <p:cNvSpPr txBox="1"/>
          <p:nvPr>
            <p:ph idx="2" type="title"/>
          </p:nvPr>
        </p:nvSpPr>
        <p:spPr>
          <a:xfrm>
            <a:off x="231025" y="2948225"/>
            <a:ext cx="8641500" cy="3936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9pPr>
          </a:lstStyle>
          <a:p/>
        </p:txBody>
      </p:sp>
      <p:pic>
        <p:nvPicPr>
          <p:cNvPr id="164" name="Google Shape;164;p29" title="66degreesWhite.png"/>
          <p:cNvPicPr preferRelativeResize="0"/>
          <p:nvPr/>
        </p:nvPicPr>
        <p:blipFill rotWithShape="1">
          <a:blip r:embed="rId4">
            <a:alphaModFix/>
          </a:blip>
          <a:srcRect b="0" l="0" r="0" t="0"/>
          <a:stretch/>
        </p:blipFill>
        <p:spPr>
          <a:xfrm>
            <a:off x="484950" y="420650"/>
            <a:ext cx="1234601" cy="289974"/>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5" name="Shape 165"/>
        <p:cNvGrpSpPr/>
        <p:nvPr/>
      </p:nvGrpSpPr>
      <p:grpSpPr>
        <a:xfrm>
          <a:off x="0" y="0"/>
          <a:ext cx="0" cy="0"/>
          <a:chOff x="0" y="0"/>
          <a:chExt cx="0" cy="0"/>
        </a:xfrm>
      </p:grpSpPr>
      <p:sp>
        <p:nvSpPr>
          <p:cNvPr id="166" name="Google Shape;166;p30"/>
          <p:cNvSpPr txBox="1"/>
          <p:nvPr>
            <p:ph idx="1" type="body"/>
          </p:nvPr>
        </p:nvSpPr>
        <p:spPr>
          <a:xfrm>
            <a:off x="231025" y="1068175"/>
            <a:ext cx="42603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67" name="Google Shape;167;p30"/>
          <p:cNvSpPr/>
          <p:nvPr/>
        </p:nvSpPr>
        <p:spPr>
          <a:xfrm>
            <a:off x="4572000" y="0"/>
            <a:ext cx="4572000" cy="5143500"/>
          </a:xfrm>
          <a:prstGeom prst="rect">
            <a:avLst/>
          </a:prstGeom>
          <a:solidFill>
            <a:srgbClr val="F3F3F3">
              <a:alpha val="58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Work Sans Light"/>
              <a:ea typeface="Work Sans Light"/>
              <a:cs typeface="Work Sans Light"/>
              <a:sym typeface="Work Sans Light"/>
            </a:endParaRPr>
          </a:p>
        </p:txBody>
      </p:sp>
      <p:sp>
        <p:nvSpPr>
          <p:cNvPr id="168" name="Google Shape;168;p30"/>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0"/>
          <p:cNvSpPr txBox="1"/>
          <p:nvPr/>
        </p:nvSpPr>
        <p:spPr>
          <a:xfrm>
            <a:off x="7248675" y="228600"/>
            <a:ext cx="1540500" cy="258600"/>
          </a:xfrm>
          <a:prstGeom prst="rect">
            <a:avLst/>
          </a:prstGeom>
          <a:noFill/>
          <a:ln>
            <a:noFill/>
          </a:ln>
        </p:spPr>
        <p:txBody>
          <a:bodyPr anchorCtr="0" anchor="t" bIns="45700" lIns="91425" spcFirstLastPara="1" rIns="0" wrap="square" tIns="45700">
            <a:spAutoFit/>
          </a:bodyPr>
          <a:lstStyle/>
          <a:p>
            <a:pPr indent="0" lvl="0" marL="0" marR="0" rtl="0" algn="r">
              <a:lnSpc>
                <a:spcPct val="90000"/>
              </a:lnSpc>
              <a:spcBef>
                <a:spcPts val="0"/>
              </a:spcBef>
              <a:spcAft>
                <a:spcPts val="0"/>
              </a:spcAft>
              <a:buNone/>
            </a:pPr>
            <a:r>
              <a:rPr lang="en" sz="1200">
                <a:solidFill>
                  <a:schemeClr val="dk2"/>
                </a:solidFill>
                <a:latin typeface="Work Sans Medium"/>
                <a:ea typeface="Work Sans Medium"/>
                <a:cs typeface="Work Sans Medium"/>
                <a:sym typeface="Work Sans Medium"/>
              </a:rPr>
              <a:t>#LetsGetYouThere</a:t>
            </a:r>
            <a:endParaRPr sz="1200">
              <a:solidFill>
                <a:schemeClr val="dk2"/>
              </a:solidFill>
              <a:latin typeface="Work Sans Medium"/>
              <a:ea typeface="Work Sans Medium"/>
              <a:cs typeface="Work Sans Medium"/>
              <a:sym typeface="Work Sans Medium"/>
            </a:endParaRPr>
          </a:p>
        </p:txBody>
      </p:sp>
      <p:sp>
        <p:nvSpPr>
          <p:cNvPr id="170" name="Google Shape;170;p30"/>
          <p:cNvSpPr txBox="1"/>
          <p:nvPr>
            <p:ph type="title"/>
          </p:nvPr>
        </p:nvSpPr>
        <p:spPr>
          <a:xfrm>
            <a:off x="231025" y="495463"/>
            <a:ext cx="86013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AND_BODY_4_2">
    <p:spTree>
      <p:nvGrpSpPr>
        <p:cNvPr id="171" name="Shape 171"/>
        <p:cNvGrpSpPr/>
        <p:nvPr/>
      </p:nvGrpSpPr>
      <p:grpSpPr>
        <a:xfrm>
          <a:off x="0" y="0"/>
          <a:ext cx="0" cy="0"/>
          <a:chOff x="0" y="0"/>
          <a:chExt cx="0" cy="0"/>
        </a:xfrm>
      </p:grpSpPr>
      <p:sp>
        <p:nvSpPr>
          <p:cNvPr id="172" name="Google Shape;172;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73" name="Google Shape;173;p31"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174" name="Google Shape;174;p31"/>
          <p:cNvPicPr preferRelativeResize="0"/>
          <p:nvPr/>
        </p:nvPicPr>
        <p:blipFill>
          <a:blip r:embed="rId3">
            <a:alphaModFix amt="8000"/>
          </a:blip>
          <a:stretch>
            <a:fillRect/>
          </a:stretch>
        </p:blipFill>
        <p:spPr>
          <a:xfrm>
            <a:off x="5319525" y="2450950"/>
            <a:ext cx="3824474" cy="2700875"/>
          </a:xfrm>
          <a:prstGeom prst="rect">
            <a:avLst/>
          </a:prstGeom>
          <a:noFill/>
          <a:ln>
            <a:noFill/>
          </a:ln>
        </p:spPr>
      </p:pic>
      <p:sp>
        <p:nvSpPr>
          <p:cNvPr id="175" name="Google Shape;175;p31"/>
          <p:cNvSpPr txBox="1"/>
          <p:nvPr>
            <p:ph type="title"/>
          </p:nvPr>
        </p:nvSpPr>
        <p:spPr>
          <a:xfrm>
            <a:off x="231025" y="2375525"/>
            <a:ext cx="8641500" cy="5727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76" name="Google Shape;176;p31"/>
          <p:cNvSpPr txBox="1"/>
          <p:nvPr>
            <p:ph idx="2" type="title"/>
          </p:nvPr>
        </p:nvSpPr>
        <p:spPr>
          <a:xfrm>
            <a:off x="231025" y="2948225"/>
            <a:ext cx="8641500" cy="3936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9pPr>
          </a:lstStyle>
          <a:p/>
        </p:txBody>
      </p:sp>
      <p:pic>
        <p:nvPicPr>
          <p:cNvPr id="177" name="Google Shape;177;p31" title="66degreesWhite.png"/>
          <p:cNvPicPr preferRelativeResize="0"/>
          <p:nvPr/>
        </p:nvPicPr>
        <p:blipFill rotWithShape="1">
          <a:blip r:embed="rId4">
            <a:alphaModFix/>
          </a:blip>
          <a:srcRect b="0" l="0" r="0" t="0"/>
          <a:stretch/>
        </p:blipFill>
        <p:spPr>
          <a:xfrm>
            <a:off x="484950" y="420650"/>
            <a:ext cx="1234601" cy="28997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AND_BODY_4_3">
    <p:spTree>
      <p:nvGrpSpPr>
        <p:cNvPr id="178" name="Shape 178"/>
        <p:cNvGrpSpPr/>
        <p:nvPr/>
      </p:nvGrpSpPr>
      <p:grpSpPr>
        <a:xfrm>
          <a:off x="0" y="0"/>
          <a:ext cx="0" cy="0"/>
          <a:chOff x="0" y="0"/>
          <a:chExt cx="0" cy="0"/>
        </a:xfrm>
      </p:grpSpPr>
      <p:sp>
        <p:nvSpPr>
          <p:cNvPr id="179" name="Google Shape;179;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180" name="Google Shape;180;p32"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181" name="Google Shape;181;p32"/>
          <p:cNvPicPr preferRelativeResize="0"/>
          <p:nvPr/>
        </p:nvPicPr>
        <p:blipFill>
          <a:blip r:embed="rId3">
            <a:alphaModFix amt="8000"/>
          </a:blip>
          <a:stretch>
            <a:fillRect/>
          </a:stretch>
        </p:blipFill>
        <p:spPr>
          <a:xfrm>
            <a:off x="5319525" y="2450950"/>
            <a:ext cx="3824474" cy="2700875"/>
          </a:xfrm>
          <a:prstGeom prst="rect">
            <a:avLst/>
          </a:prstGeom>
          <a:noFill/>
          <a:ln>
            <a:noFill/>
          </a:ln>
        </p:spPr>
      </p:pic>
      <p:sp>
        <p:nvSpPr>
          <p:cNvPr id="182" name="Google Shape;182;p32"/>
          <p:cNvSpPr txBox="1"/>
          <p:nvPr>
            <p:ph type="title"/>
          </p:nvPr>
        </p:nvSpPr>
        <p:spPr>
          <a:xfrm>
            <a:off x="231025" y="2375525"/>
            <a:ext cx="8641500" cy="5727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183" name="Google Shape;183;p32"/>
          <p:cNvSpPr txBox="1"/>
          <p:nvPr>
            <p:ph idx="2" type="title"/>
          </p:nvPr>
        </p:nvSpPr>
        <p:spPr>
          <a:xfrm>
            <a:off x="231025" y="2948225"/>
            <a:ext cx="8641500" cy="3936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1pPr>
            <a:lvl2pPr lvl="1">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2pPr>
            <a:lvl3pPr lvl="2">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3pPr>
            <a:lvl4pPr lvl="3">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4pPr>
            <a:lvl5pPr lvl="4">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5pPr>
            <a:lvl6pPr lvl="5">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6pPr>
            <a:lvl7pPr lvl="6">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7pPr>
            <a:lvl8pPr lvl="7">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8pPr>
            <a:lvl9pPr lvl="8">
              <a:spcBef>
                <a:spcPts val="0"/>
              </a:spcBef>
              <a:spcAft>
                <a:spcPts val="0"/>
              </a:spcAft>
              <a:buClr>
                <a:schemeClr val="lt1"/>
              </a:buClr>
              <a:buSzPts val="1400"/>
              <a:buFont typeface="Poppins Light"/>
              <a:buNone/>
              <a:defRPr sz="1400">
                <a:solidFill>
                  <a:schemeClr val="lt1"/>
                </a:solidFill>
                <a:latin typeface="Poppins Light"/>
                <a:ea typeface="Poppins Light"/>
                <a:cs typeface="Poppins Light"/>
                <a:sym typeface="Poppins Light"/>
              </a:defRPr>
            </a:lvl9pPr>
          </a:lstStyle>
          <a:p/>
        </p:txBody>
      </p:sp>
      <p:pic>
        <p:nvPicPr>
          <p:cNvPr id="184" name="Google Shape;184;p32" title="66degreesWhite.png"/>
          <p:cNvPicPr preferRelativeResize="0"/>
          <p:nvPr/>
        </p:nvPicPr>
        <p:blipFill rotWithShape="1">
          <a:blip r:embed="rId4">
            <a:alphaModFix/>
          </a:blip>
          <a:srcRect b="0" l="0" r="0" t="0"/>
          <a:stretch/>
        </p:blipFill>
        <p:spPr>
          <a:xfrm>
            <a:off x="484950" y="420650"/>
            <a:ext cx="1234601" cy="28997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with Image">
  <p:cSld name="ONE_COLUMN_TEXT_2">
    <p:spTree>
      <p:nvGrpSpPr>
        <p:cNvPr id="185" name="Shape 185"/>
        <p:cNvGrpSpPr/>
        <p:nvPr/>
      </p:nvGrpSpPr>
      <p:grpSpPr>
        <a:xfrm>
          <a:off x="0" y="0"/>
          <a:ext cx="0" cy="0"/>
          <a:chOff x="0" y="0"/>
          <a:chExt cx="0" cy="0"/>
        </a:xfrm>
      </p:grpSpPr>
      <p:sp>
        <p:nvSpPr>
          <p:cNvPr id="186" name="Google Shape;186;p33"/>
          <p:cNvSpPr txBox="1"/>
          <p:nvPr>
            <p:ph idx="1" type="body"/>
          </p:nvPr>
        </p:nvSpPr>
        <p:spPr>
          <a:xfrm>
            <a:off x="231025" y="1068175"/>
            <a:ext cx="4260300" cy="3179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7" name="Google Shape;187;p33"/>
          <p:cNvSpPr/>
          <p:nvPr/>
        </p:nvSpPr>
        <p:spPr>
          <a:xfrm>
            <a:off x="5888425" y="0"/>
            <a:ext cx="3255600" cy="5143500"/>
          </a:xfrm>
          <a:prstGeom prst="rect">
            <a:avLst/>
          </a:prstGeom>
          <a:solidFill>
            <a:srgbClr val="F3F3F3">
              <a:alpha val="58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Work Sans Light"/>
              <a:ea typeface="Work Sans Light"/>
              <a:cs typeface="Work Sans Light"/>
              <a:sym typeface="Work Sans Light"/>
            </a:endParaRPr>
          </a:p>
        </p:txBody>
      </p:sp>
      <p:sp>
        <p:nvSpPr>
          <p:cNvPr id="188" name="Google Shape;188;p33"/>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3"/>
          <p:cNvSpPr txBox="1"/>
          <p:nvPr>
            <p:ph type="title"/>
          </p:nvPr>
        </p:nvSpPr>
        <p:spPr>
          <a:xfrm>
            <a:off x="231025" y="495463"/>
            <a:ext cx="86013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White Rectangle 1">
  <p:cSld name="Gray Background + White Rectangle (g3f688ecd408_27_0)">
    <p:spTree>
      <p:nvGrpSpPr>
        <p:cNvPr id="190" name="Shape 190"/>
        <p:cNvGrpSpPr/>
        <p:nvPr/>
      </p:nvGrpSpPr>
      <p:grpSpPr>
        <a:xfrm>
          <a:off x="0" y="0"/>
          <a:ext cx="0" cy="0"/>
          <a:chOff x="0" y="0"/>
          <a:chExt cx="0" cy="0"/>
        </a:xfrm>
      </p:grpSpPr>
      <p:sp>
        <p:nvSpPr>
          <p:cNvPr id="191" name="Google Shape;191;p34"/>
          <p:cNvSpPr txBox="1"/>
          <p:nvPr>
            <p:ph type="title"/>
          </p:nvPr>
        </p:nvSpPr>
        <p:spPr>
          <a:xfrm>
            <a:off x="228625" y="83475"/>
            <a:ext cx="86844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2000"/>
              <a:buNone/>
              <a:defRPr sz="2000">
                <a:solidFill>
                  <a:schemeClr val="dk1"/>
                </a:solidFill>
              </a:defRPr>
            </a:lvl2pPr>
            <a:lvl3pPr lvl="2">
              <a:spcBef>
                <a:spcPts val="0"/>
              </a:spcBef>
              <a:spcAft>
                <a:spcPts val="0"/>
              </a:spcAft>
              <a:buClr>
                <a:schemeClr val="dk1"/>
              </a:buClr>
              <a:buSzPts val="2000"/>
              <a:buNone/>
              <a:defRPr sz="2000">
                <a:solidFill>
                  <a:schemeClr val="dk1"/>
                </a:solidFill>
              </a:defRPr>
            </a:lvl3pPr>
            <a:lvl4pPr lvl="3">
              <a:spcBef>
                <a:spcPts val="0"/>
              </a:spcBef>
              <a:spcAft>
                <a:spcPts val="0"/>
              </a:spcAft>
              <a:buClr>
                <a:schemeClr val="dk1"/>
              </a:buClr>
              <a:buSzPts val="2000"/>
              <a:buNone/>
              <a:defRPr sz="2000">
                <a:solidFill>
                  <a:schemeClr val="dk1"/>
                </a:solidFill>
              </a:defRPr>
            </a:lvl4pPr>
            <a:lvl5pPr lvl="4">
              <a:spcBef>
                <a:spcPts val="0"/>
              </a:spcBef>
              <a:spcAft>
                <a:spcPts val="0"/>
              </a:spcAft>
              <a:buClr>
                <a:schemeClr val="dk1"/>
              </a:buClr>
              <a:buSzPts val="2000"/>
              <a:buNone/>
              <a:defRPr sz="2000">
                <a:solidFill>
                  <a:schemeClr val="dk1"/>
                </a:solidFill>
              </a:defRPr>
            </a:lvl5pPr>
            <a:lvl6pPr lvl="5">
              <a:spcBef>
                <a:spcPts val="0"/>
              </a:spcBef>
              <a:spcAft>
                <a:spcPts val="0"/>
              </a:spcAft>
              <a:buClr>
                <a:schemeClr val="dk1"/>
              </a:buClr>
              <a:buSzPts val="2000"/>
              <a:buNone/>
              <a:defRPr sz="2000">
                <a:solidFill>
                  <a:schemeClr val="dk1"/>
                </a:solidFill>
              </a:defRPr>
            </a:lvl6pPr>
            <a:lvl7pPr lvl="6">
              <a:spcBef>
                <a:spcPts val="0"/>
              </a:spcBef>
              <a:spcAft>
                <a:spcPts val="0"/>
              </a:spcAft>
              <a:buClr>
                <a:schemeClr val="dk1"/>
              </a:buClr>
              <a:buSzPts val="2000"/>
              <a:buNone/>
              <a:defRPr sz="2000">
                <a:solidFill>
                  <a:schemeClr val="dk1"/>
                </a:solidFill>
              </a:defRPr>
            </a:lvl7pPr>
            <a:lvl8pPr lvl="7">
              <a:spcBef>
                <a:spcPts val="0"/>
              </a:spcBef>
              <a:spcAft>
                <a:spcPts val="0"/>
              </a:spcAft>
              <a:buClr>
                <a:schemeClr val="dk1"/>
              </a:buClr>
              <a:buSzPts val="2000"/>
              <a:buNone/>
              <a:defRPr sz="2000">
                <a:solidFill>
                  <a:schemeClr val="dk1"/>
                </a:solidFill>
              </a:defRPr>
            </a:lvl8pPr>
            <a:lvl9pPr lvl="8">
              <a:spcBef>
                <a:spcPts val="0"/>
              </a:spcBef>
              <a:spcAft>
                <a:spcPts val="0"/>
              </a:spcAft>
              <a:buClr>
                <a:schemeClr val="dk1"/>
              </a:buClr>
              <a:buSzPts val="2000"/>
              <a:buNone/>
              <a:defRPr sz="2000">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White Rectangle 2">
  <p:cSld name="Gray Background + White Rectangle (g3f688ecd408_34_0)">
    <p:spTree>
      <p:nvGrpSpPr>
        <p:cNvPr id="192" name="Shape 192"/>
        <p:cNvGrpSpPr/>
        <p:nvPr/>
      </p:nvGrpSpPr>
      <p:grpSpPr>
        <a:xfrm>
          <a:off x="0" y="0"/>
          <a:ext cx="0" cy="0"/>
          <a:chOff x="0" y="0"/>
          <a:chExt cx="0" cy="0"/>
        </a:xfrm>
      </p:grpSpPr>
      <p:sp>
        <p:nvSpPr>
          <p:cNvPr id="193" name="Google Shape;193;p35"/>
          <p:cNvSpPr txBox="1"/>
          <p:nvPr>
            <p:ph type="title"/>
          </p:nvPr>
        </p:nvSpPr>
        <p:spPr>
          <a:xfrm>
            <a:off x="228625" y="83475"/>
            <a:ext cx="86844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2000"/>
              <a:buNone/>
              <a:defRPr sz="2000">
                <a:solidFill>
                  <a:schemeClr val="dk1"/>
                </a:solidFill>
              </a:defRPr>
            </a:lvl2pPr>
            <a:lvl3pPr lvl="2">
              <a:spcBef>
                <a:spcPts val="0"/>
              </a:spcBef>
              <a:spcAft>
                <a:spcPts val="0"/>
              </a:spcAft>
              <a:buClr>
                <a:schemeClr val="dk1"/>
              </a:buClr>
              <a:buSzPts val="2000"/>
              <a:buNone/>
              <a:defRPr sz="2000">
                <a:solidFill>
                  <a:schemeClr val="dk1"/>
                </a:solidFill>
              </a:defRPr>
            </a:lvl3pPr>
            <a:lvl4pPr lvl="3">
              <a:spcBef>
                <a:spcPts val="0"/>
              </a:spcBef>
              <a:spcAft>
                <a:spcPts val="0"/>
              </a:spcAft>
              <a:buClr>
                <a:schemeClr val="dk1"/>
              </a:buClr>
              <a:buSzPts val="2000"/>
              <a:buNone/>
              <a:defRPr sz="2000">
                <a:solidFill>
                  <a:schemeClr val="dk1"/>
                </a:solidFill>
              </a:defRPr>
            </a:lvl4pPr>
            <a:lvl5pPr lvl="4">
              <a:spcBef>
                <a:spcPts val="0"/>
              </a:spcBef>
              <a:spcAft>
                <a:spcPts val="0"/>
              </a:spcAft>
              <a:buClr>
                <a:schemeClr val="dk1"/>
              </a:buClr>
              <a:buSzPts val="2000"/>
              <a:buNone/>
              <a:defRPr sz="2000">
                <a:solidFill>
                  <a:schemeClr val="dk1"/>
                </a:solidFill>
              </a:defRPr>
            </a:lvl5pPr>
            <a:lvl6pPr lvl="5">
              <a:spcBef>
                <a:spcPts val="0"/>
              </a:spcBef>
              <a:spcAft>
                <a:spcPts val="0"/>
              </a:spcAft>
              <a:buClr>
                <a:schemeClr val="dk1"/>
              </a:buClr>
              <a:buSzPts val="2000"/>
              <a:buNone/>
              <a:defRPr sz="2000">
                <a:solidFill>
                  <a:schemeClr val="dk1"/>
                </a:solidFill>
              </a:defRPr>
            </a:lvl6pPr>
            <a:lvl7pPr lvl="6">
              <a:spcBef>
                <a:spcPts val="0"/>
              </a:spcBef>
              <a:spcAft>
                <a:spcPts val="0"/>
              </a:spcAft>
              <a:buClr>
                <a:schemeClr val="dk1"/>
              </a:buClr>
              <a:buSzPts val="2000"/>
              <a:buNone/>
              <a:defRPr sz="2000">
                <a:solidFill>
                  <a:schemeClr val="dk1"/>
                </a:solidFill>
              </a:defRPr>
            </a:lvl7pPr>
            <a:lvl8pPr lvl="7">
              <a:spcBef>
                <a:spcPts val="0"/>
              </a:spcBef>
              <a:spcAft>
                <a:spcPts val="0"/>
              </a:spcAft>
              <a:buClr>
                <a:schemeClr val="dk1"/>
              </a:buClr>
              <a:buSzPts val="2000"/>
              <a:buNone/>
              <a:defRPr sz="2000">
                <a:solidFill>
                  <a:schemeClr val="dk1"/>
                </a:solidFill>
              </a:defRPr>
            </a:lvl8pPr>
            <a:lvl9pPr lvl="8">
              <a:spcBef>
                <a:spcPts val="0"/>
              </a:spcBef>
              <a:spcAft>
                <a:spcPts val="0"/>
              </a:spcAft>
              <a:buClr>
                <a:schemeClr val="dk1"/>
              </a:buClr>
              <a:buSzPts val="2000"/>
              <a:buNone/>
              <a:defRPr sz="20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696719aee_6_0)">
  <p:cSld name="Generated (g3f696719aee_6_0)">
    <p:spTree>
      <p:nvGrpSpPr>
        <p:cNvPr id="194" name="Shape 194"/>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1">
  <p:cSld name="Gray Background (g3f6cfc2a67b_39_0)">
    <p:spTree>
      <p:nvGrpSpPr>
        <p:cNvPr id="195" name="Shape 195"/>
        <p:cNvGrpSpPr/>
        <p:nvPr/>
      </p:nvGrpSpPr>
      <p:grpSpPr>
        <a:xfrm>
          <a:off x="0" y="0"/>
          <a:ext cx="0" cy="0"/>
          <a:chOff x="0" y="0"/>
          <a:chExt cx="0" cy="0"/>
        </a:xfrm>
      </p:grpSpPr>
      <p:sp>
        <p:nvSpPr>
          <p:cNvPr id="196" name="Google Shape;196;p37"/>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itle">
  <p:cSld name="TITLE">
    <p:spTree>
      <p:nvGrpSpPr>
        <p:cNvPr id="200" name="Shape 200"/>
        <p:cNvGrpSpPr/>
        <p:nvPr/>
      </p:nvGrpSpPr>
      <p:grpSpPr>
        <a:xfrm>
          <a:off x="0" y="0"/>
          <a:ext cx="0" cy="0"/>
          <a:chOff x="0" y="0"/>
          <a:chExt cx="0" cy="0"/>
        </a:xfrm>
      </p:grpSpPr>
      <p:sp>
        <p:nvSpPr>
          <p:cNvPr id="201" name="Google Shape;201;p39"/>
          <p:cNvSpPr txBox="1"/>
          <p:nvPr>
            <p:ph idx="1" type="body"/>
          </p:nvPr>
        </p:nvSpPr>
        <p:spPr>
          <a:xfrm>
            <a:off x="231000" y="928525"/>
            <a:ext cx="43410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1pPr>
            <a:lvl2pPr indent="-304800" lvl="1" marL="9144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2pPr>
            <a:lvl3pPr indent="-304800" lvl="2" marL="13716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3pPr>
            <a:lvl4pPr indent="-304800" lvl="3" marL="18288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4pPr>
            <a:lvl5pPr indent="-304800" lvl="4" marL="22860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5pPr>
            <a:lvl6pPr indent="-304800" lvl="5" marL="27432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6pPr>
            <a:lvl7pPr indent="-304800" lvl="6" marL="32004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7pPr>
            <a:lvl8pPr indent="-304800" lvl="7" marL="36576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8pPr>
            <a:lvl9pPr indent="-304800" lvl="8" marL="4114800">
              <a:spcBef>
                <a:spcPts val="0"/>
              </a:spcBef>
              <a:spcAft>
                <a:spcPts val="0"/>
              </a:spcAft>
              <a:buClr>
                <a:schemeClr val="dk1"/>
              </a:buClr>
              <a:buSzPts val="1200"/>
              <a:buFont typeface="Plus Jakarta Sans"/>
              <a:buChar char="■"/>
              <a:defRPr>
                <a:solidFill>
                  <a:schemeClr val="dk1"/>
                </a:solidFill>
                <a:latin typeface="Plus Jakarta Sans"/>
                <a:ea typeface="Plus Jakarta Sans"/>
                <a:cs typeface="Plus Jakarta Sans"/>
                <a:sym typeface="Plus Jakarta Sans"/>
              </a:defRPr>
            </a:lvl9pPr>
          </a:lstStyle>
          <a:p/>
        </p:txBody>
      </p:sp>
      <p:sp>
        <p:nvSpPr>
          <p:cNvPr id="202" name="Google Shape;202;p39"/>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Font typeface="Plus Jakarta Sans"/>
              <a:buNone/>
              <a:defRPr>
                <a:latin typeface="Plus Jakarta Sans"/>
                <a:ea typeface="Plus Jakarta Sans"/>
                <a:cs typeface="Plus Jakarta Sans"/>
                <a:sym typeface="Plus Jakarta Sans"/>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03" name="Shape 203"/>
        <p:cNvGrpSpPr/>
        <p:nvPr/>
      </p:nvGrpSpPr>
      <p:grpSpPr>
        <a:xfrm>
          <a:off x="0" y="0"/>
          <a:ext cx="0" cy="0"/>
          <a:chOff x="0" y="0"/>
          <a:chExt cx="0" cy="0"/>
        </a:xfrm>
      </p:grpSpPr>
      <p:pic>
        <p:nvPicPr>
          <p:cNvPr id="204" name="Google Shape;204;p40"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205" name="Google Shape;205;p40" title="Secondary Mark - 66° White.png"/>
          <p:cNvPicPr preferRelativeResize="0"/>
          <p:nvPr/>
        </p:nvPicPr>
        <p:blipFill rotWithShape="1">
          <a:blip r:embed="rId3">
            <a:alphaModFix amt="10000"/>
          </a:blip>
          <a:srcRect b="0" l="0" r="0" t="0"/>
          <a:stretch/>
        </p:blipFill>
        <p:spPr>
          <a:xfrm>
            <a:off x="5096131" y="2450950"/>
            <a:ext cx="4047868" cy="2700874"/>
          </a:xfrm>
          <a:prstGeom prst="rect">
            <a:avLst/>
          </a:prstGeom>
          <a:noFill/>
          <a:ln>
            <a:noFill/>
          </a:ln>
        </p:spPr>
      </p:pic>
      <p:pic>
        <p:nvPicPr>
          <p:cNvPr id="206" name="Google Shape;206;p40" title="Logotype - 66° White.png"/>
          <p:cNvPicPr preferRelativeResize="0"/>
          <p:nvPr/>
        </p:nvPicPr>
        <p:blipFill>
          <a:blip r:embed="rId4">
            <a:alphaModFix/>
          </a:blip>
          <a:stretch>
            <a:fillRect/>
          </a:stretch>
        </p:blipFill>
        <p:spPr>
          <a:xfrm>
            <a:off x="484950" y="420070"/>
            <a:ext cx="1234601" cy="291143"/>
          </a:xfrm>
          <a:prstGeom prst="rect">
            <a:avLst/>
          </a:prstGeom>
          <a:noFill/>
          <a:ln>
            <a:noFill/>
          </a:ln>
        </p:spPr>
      </p:pic>
      <p:sp>
        <p:nvSpPr>
          <p:cNvPr id="207" name="Google Shape;207;p40"/>
          <p:cNvSpPr txBox="1"/>
          <p:nvPr>
            <p:ph type="title"/>
          </p:nvPr>
        </p:nvSpPr>
        <p:spPr>
          <a:xfrm>
            <a:off x="231025" y="2375525"/>
            <a:ext cx="8641500" cy="5727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2600"/>
              <a:buNone/>
              <a:defRPr sz="26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208" name="Google Shape;208;p40"/>
          <p:cNvSpPr txBox="1"/>
          <p:nvPr>
            <p:ph idx="2" type="title"/>
          </p:nvPr>
        </p:nvSpPr>
        <p:spPr>
          <a:xfrm>
            <a:off x="231025" y="2948225"/>
            <a:ext cx="8641500" cy="393600"/>
          </a:xfrm>
          <a:prstGeom prst="rect">
            <a:avLst/>
          </a:prstGeom>
        </p:spPr>
        <p:txBody>
          <a:bodyPr anchorCtr="0" anchor="ctr" bIns="91425" lIns="228600" spcFirstLastPara="1" rIns="91425" wrap="square" tIns="91425">
            <a:spAutoFit/>
          </a:bodyPr>
          <a:lstStyle>
            <a:lvl1pPr lvl="0">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1pPr>
            <a:lvl2pPr lvl="1">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2pPr>
            <a:lvl3pPr lvl="2">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3pPr>
            <a:lvl4pPr lvl="3">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4pPr>
            <a:lvl5pPr lvl="4">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5pPr>
            <a:lvl6pPr lvl="5">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6pPr>
            <a:lvl7pPr lvl="6">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7pPr>
            <a:lvl8pPr lvl="7">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8pPr>
            <a:lvl9pPr lvl="8">
              <a:spcBef>
                <a:spcPts val="0"/>
              </a:spcBef>
              <a:spcAft>
                <a:spcPts val="0"/>
              </a:spcAft>
              <a:buClr>
                <a:schemeClr val="lt1"/>
              </a:buClr>
              <a:buSzPts val="1400"/>
              <a:buFont typeface="Plus Jakarta Sans Light"/>
              <a:buNone/>
              <a:defRPr sz="1400">
                <a:solidFill>
                  <a:schemeClr val="lt1"/>
                </a:solidFill>
                <a:latin typeface="Plus Jakarta Sans Light"/>
                <a:ea typeface="Plus Jakarta Sans Light"/>
                <a:cs typeface="Plus Jakarta Sans Light"/>
                <a:sym typeface="Plus Jakarta Sans Light"/>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w/66">
  <p:cSld name="TITLE_AND_BODY_4">
    <p:spTree>
      <p:nvGrpSpPr>
        <p:cNvPr id="209" name="Shape 209"/>
        <p:cNvGrpSpPr/>
        <p:nvPr/>
      </p:nvGrpSpPr>
      <p:grpSpPr>
        <a:xfrm>
          <a:off x="0" y="0"/>
          <a:ext cx="0" cy="0"/>
          <a:chOff x="0" y="0"/>
          <a:chExt cx="0" cy="0"/>
        </a:xfrm>
      </p:grpSpPr>
      <p:sp>
        <p:nvSpPr>
          <p:cNvPr id="210" name="Google Shape;210;p4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pic>
        <p:nvPicPr>
          <p:cNvPr id="211" name="Google Shape;211;p41"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pic>
        <p:nvPicPr>
          <p:cNvPr id="212" name="Google Shape;212;p41" title="Secondary Mark - 66° White.png"/>
          <p:cNvPicPr preferRelativeResize="0"/>
          <p:nvPr/>
        </p:nvPicPr>
        <p:blipFill rotWithShape="1">
          <a:blip r:embed="rId3">
            <a:alphaModFix amt="10000"/>
          </a:blip>
          <a:srcRect b="0" l="0" r="0" t="0"/>
          <a:stretch/>
        </p:blipFill>
        <p:spPr>
          <a:xfrm>
            <a:off x="5096131" y="2450950"/>
            <a:ext cx="4047868" cy="2700874"/>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p:cSld name="TITLE_AND_BODY_1_2">
    <p:spTree>
      <p:nvGrpSpPr>
        <p:cNvPr id="213" name="Shape 213"/>
        <p:cNvGrpSpPr/>
        <p:nvPr/>
      </p:nvGrpSpPr>
      <p:grpSpPr>
        <a:xfrm>
          <a:off x="0" y="0"/>
          <a:ext cx="0" cy="0"/>
          <a:chOff x="0" y="0"/>
          <a:chExt cx="0" cy="0"/>
        </a:xfrm>
      </p:grpSpPr>
      <p:sp>
        <p:nvSpPr>
          <p:cNvPr id="214" name="Google Shape;214;p42"/>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215" name="Google Shape;215;p42"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
        <p:nvSpPr>
          <p:cNvPr id="216" name="Google Shape;216;p42"/>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lank">
  <p:cSld name="TITLE_AND_BODY_1_2_1">
    <p:spTree>
      <p:nvGrpSpPr>
        <p:cNvPr id="217" name="Shape 217"/>
        <p:cNvGrpSpPr/>
        <p:nvPr/>
      </p:nvGrpSpPr>
      <p:grpSpPr>
        <a:xfrm>
          <a:off x="0" y="0"/>
          <a:ext cx="0" cy="0"/>
          <a:chOff x="0" y="0"/>
          <a:chExt cx="0" cy="0"/>
        </a:xfrm>
      </p:grpSpPr>
      <p:sp>
        <p:nvSpPr>
          <p:cNvPr id="218" name="Google Shape;218;p43"/>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219" name="Google Shape;219;p43"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White Rectangle">
  <p:cSld name="TITLE_AND_BODY_1">
    <p:spTree>
      <p:nvGrpSpPr>
        <p:cNvPr id="220" name="Shape 220"/>
        <p:cNvGrpSpPr/>
        <p:nvPr/>
      </p:nvGrpSpPr>
      <p:grpSpPr>
        <a:xfrm>
          <a:off x="0" y="0"/>
          <a:ext cx="0" cy="0"/>
          <a:chOff x="0" y="0"/>
          <a:chExt cx="0" cy="0"/>
        </a:xfrm>
      </p:grpSpPr>
      <p:sp>
        <p:nvSpPr>
          <p:cNvPr id="221" name="Google Shape;221;p44"/>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22" name="Google Shape;222;p44"/>
          <p:cNvSpPr/>
          <p:nvPr/>
        </p:nvSpPr>
        <p:spPr>
          <a:xfrm>
            <a:off x="228625" y="656175"/>
            <a:ext cx="8667600" cy="41403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23" name="Google Shape;223;p44"/>
          <p:cNvSpPr txBox="1"/>
          <p:nvPr>
            <p:ph type="title"/>
          </p:nvPr>
        </p:nvSpPr>
        <p:spPr>
          <a:xfrm>
            <a:off x="228625" y="83475"/>
            <a:ext cx="86844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dk1"/>
              </a:buClr>
              <a:buSzPts val="2000"/>
              <a:buNone/>
              <a:defRPr sz="2000">
                <a:solidFill>
                  <a:schemeClr val="dk1"/>
                </a:solidFill>
              </a:defRPr>
            </a:lvl1pPr>
            <a:lvl2pPr lvl="1">
              <a:spcBef>
                <a:spcPts val="0"/>
              </a:spcBef>
              <a:spcAft>
                <a:spcPts val="0"/>
              </a:spcAft>
              <a:buClr>
                <a:schemeClr val="dk1"/>
              </a:buClr>
              <a:buSzPts val="2000"/>
              <a:buNone/>
              <a:defRPr sz="2000">
                <a:solidFill>
                  <a:schemeClr val="dk1"/>
                </a:solidFill>
              </a:defRPr>
            </a:lvl2pPr>
            <a:lvl3pPr lvl="2">
              <a:spcBef>
                <a:spcPts val="0"/>
              </a:spcBef>
              <a:spcAft>
                <a:spcPts val="0"/>
              </a:spcAft>
              <a:buClr>
                <a:schemeClr val="dk1"/>
              </a:buClr>
              <a:buSzPts val="2000"/>
              <a:buNone/>
              <a:defRPr sz="2000">
                <a:solidFill>
                  <a:schemeClr val="dk1"/>
                </a:solidFill>
              </a:defRPr>
            </a:lvl3pPr>
            <a:lvl4pPr lvl="3">
              <a:spcBef>
                <a:spcPts val="0"/>
              </a:spcBef>
              <a:spcAft>
                <a:spcPts val="0"/>
              </a:spcAft>
              <a:buClr>
                <a:schemeClr val="dk1"/>
              </a:buClr>
              <a:buSzPts val="2000"/>
              <a:buNone/>
              <a:defRPr sz="2000">
                <a:solidFill>
                  <a:schemeClr val="dk1"/>
                </a:solidFill>
              </a:defRPr>
            </a:lvl4pPr>
            <a:lvl5pPr lvl="4">
              <a:spcBef>
                <a:spcPts val="0"/>
              </a:spcBef>
              <a:spcAft>
                <a:spcPts val="0"/>
              </a:spcAft>
              <a:buClr>
                <a:schemeClr val="dk1"/>
              </a:buClr>
              <a:buSzPts val="2000"/>
              <a:buNone/>
              <a:defRPr sz="2000">
                <a:solidFill>
                  <a:schemeClr val="dk1"/>
                </a:solidFill>
              </a:defRPr>
            </a:lvl5pPr>
            <a:lvl6pPr lvl="5">
              <a:spcBef>
                <a:spcPts val="0"/>
              </a:spcBef>
              <a:spcAft>
                <a:spcPts val="0"/>
              </a:spcAft>
              <a:buClr>
                <a:schemeClr val="dk1"/>
              </a:buClr>
              <a:buSzPts val="2000"/>
              <a:buNone/>
              <a:defRPr sz="2000">
                <a:solidFill>
                  <a:schemeClr val="dk1"/>
                </a:solidFill>
              </a:defRPr>
            </a:lvl6pPr>
            <a:lvl7pPr lvl="6">
              <a:spcBef>
                <a:spcPts val="0"/>
              </a:spcBef>
              <a:spcAft>
                <a:spcPts val="0"/>
              </a:spcAft>
              <a:buClr>
                <a:schemeClr val="dk1"/>
              </a:buClr>
              <a:buSzPts val="2000"/>
              <a:buNone/>
              <a:defRPr sz="2000">
                <a:solidFill>
                  <a:schemeClr val="dk1"/>
                </a:solidFill>
              </a:defRPr>
            </a:lvl7pPr>
            <a:lvl8pPr lvl="7">
              <a:spcBef>
                <a:spcPts val="0"/>
              </a:spcBef>
              <a:spcAft>
                <a:spcPts val="0"/>
              </a:spcAft>
              <a:buClr>
                <a:schemeClr val="dk1"/>
              </a:buClr>
              <a:buSzPts val="2000"/>
              <a:buNone/>
              <a:defRPr sz="2000">
                <a:solidFill>
                  <a:schemeClr val="dk1"/>
                </a:solidFill>
              </a:defRPr>
            </a:lvl8pPr>
            <a:lvl9pPr lvl="8">
              <a:spcBef>
                <a:spcPts val="0"/>
              </a:spcBef>
              <a:spcAft>
                <a:spcPts val="0"/>
              </a:spcAft>
              <a:buClr>
                <a:schemeClr val="dk1"/>
              </a:buClr>
              <a:buSzPts val="2000"/>
              <a:buNone/>
              <a:defRPr sz="2000">
                <a:solidFill>
                  <a:schemeClr val="dk1"/>
                </a:solidFill>
              </a:defRPr>
            </a:lvl9pPr>
          </a:lstStyle>
          <a:p/>
        </p:txBody>
      </p:sp>
      <p:pic>
        <p:nvPicPr>
          <p:cNvPr id="224" name="Google Shape;224;p44"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editable White Square">
  <p:cSld name="TITLE_AND_BODY_1_3">
    <p:spTree>
      <p:nvGrpSpPr>
        <p:cNvPr id="225" name="Shape 225"/>
        <p:cNvGrpSpPr/>
        <p:nvPr/>
      </p:nvGrpSpPr>
      <p:grpSpPr>
        <a:xfrm>
          <a:off x="0" y="0"/>
          <a:ext cx="0" cy="0"/>
          <a:chOff x="0" y="0"/>
          <a:chExt cx="0" cy="0"/>
        </a:xfrm>
      </p:grpSpPr>
      <p:sp>
        <p:nvSpPr>
          <p:cNvPr id="226" name="Google Shape;226;p45"/>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27" name="Google Shape;227;p45"/>
          <p:cNvSpPr/>
          <p:nvPr/>
        </p:nvSpPr>
        <p:spPr>
          <a:xfrm>
            <a:off x="228625" y="928525"/>
            <a:ext cx="43434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28" name="Google Shape;228;p45"/>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29" name="Google Shape;229;p45"/>
          <p:cNvSpPr txBox="1"/>
          <p:nvPr>
            <p:ph idx="1" type="body"/>
          </p:nvPr>
        </p:nvSpPr>
        <p:spPr>
          <a:xfrm>
            <a:off x="343675" y="1084938"/>
            <a:ext cx="4113300" cy="33000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230" name="Google Shape;230;p45"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extLst>
    <p:ext uri="{DCECCB84-F9BA-43D5-87BE-67443E8EF086}">
      <p15:sldGuideLst>
        <p15:guide id="1" orient="horz" pos="2986">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neditable Double White Squares">
  <p:cSld name="TITLE_AND_BODY_1_3_1">
    <p:spTree>
      <p:nvGrpSpPr>
        <p:cNvPr id="231" name="Shape 231"/>
        <p:cNvGrpSpPr/>
        <p:nvPr/>
      </p:nvGrpSpPr>
      <p:grpSpPr>
        <a:xfrm>
          <a:off x="0" y="0"/>
          <a:ext cx="0" cy="0"/>
          <a:chOff x="0" y="0"/>
          <a:chExt cx="0" cy="0"/>
        </a:xfrm>
      </p:grpSpPr>
      <p:sp>
        <p:nvSpPr>
          <p:cNvPr id="232" name="Google Shape;232;p46"/>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33" name="Google Shape;233;p46"/>
          <p:cNvSpPr/>
          <p:nvPr/>
        </p:nvSpPr>
        <p:spPr>
          <a:xfrm>
            <a:off x="22862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34" name="Google Shape;234;p46"/>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35" name="Google Shape;235;p46"/>
          <p:cNvSpPr/>
          <p:nvPr/>
        </p:nvSpPr>
        <p:spPr>
          <a:xfrm>
            <a:off x="463077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36" name="Google Shape;236;p46"/>
          <p:cNvSpPr txBox="1"/>
          <p:nvPr>
            <p:ph idx="1" type="body"/>
          </p:nvPr>
        </p:nvSpPr>
        <p:spPr>
          <a:xfrm>
            <a:off x="231000" y="928525"/>
            <a:ext cx="43410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sp>
        <p:nvSpPr>
          <p:cNvPr id="237" name="Google Shape;237;p46"/>
          <p:cNvSpPr txBox="1"/>
          <p:nvPr>
            <p:ph idx="2" type="body"/>
          </p:nvPr>
        </p:nvSpPr>
        <p:spPr>
          <a:xfrm>
            <a:off x="4630775" y="928525"/>
            <a:ext cx="42822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238" name="Google Shape;238;p46"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1/3 Image">
  <p:cSld name="TITLE_AND_BODY_1_1">
    <p:spTree>
      <p:nvGrpSpPr>
        <p:cNvPr id="239" name="Shape 239"/>
        <p:cNvGrpSpPr/>
        <p:nvPr/>
      </p:nvGrpSpPr>
      <p:grpSpPr>
        <a:xfrm>
          <a:off x="0" y="0"/>
          <a:ext cx="0" cy="0"/>
          <a:chOff x="0" y="0"/>
          <a:chExt cx="0" cy="0"/>
        </a:xfrm>
      </p:grpSpPr>
      <p:sp>
        <p:nvSpPr>
          <p:cNvPr id="240" name="Google Shape;240;p47"/>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241" name="Google Shape;241;p47" title="AdobeStock_259372888.jpeg"/>
          <p:cNvPicPr preferRelativeResize="0"/>
          <p:nvPr/>
        </p:nvPicPr>
        <p:blipFill rotWithShape="1">
          <a:blip r:embed="rId2">
            <a:alphaModFix/>
          </a:blip>
          <a:srcRect b="0" l="30595" r="30595" t="0"/>
          <a:stretch/>
        </p:blipFill>
        <p:spPr>
          <a:xfrm>
            <a:off x="6482400" y="0"/>
            <a:ext cx="2661600" cy="5143500"/>
          </a:xfrm>
          <a:prstGeom prst="roundRect">
            <a:avLst>
              <a:gd fmla="val 0" name="adj"/>
            </a:avLst>
          </a:prstGeom>
          <a:noFill/>
          <a:ln>
            <a:noFill/>
          </a:ln>
        </p:spPr>
      </p:pic>
      <p:sp>
        <p:nvSpPr>
          <p:cNvPr id="242" name="Google Shape;242;p47"/>
          <p:cNvSpPr txBox="1"/>
          <p:nvPr>
            <p:ph type="title"/>
          </p:nvPr>
        </p:nvSpPr>
        <p:spPr>
          <a:xfrm>
            <a:off x="231025" y="228600"/>
            <a:ext cx="62514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243" name="Google Shape;243;p47"/>
          <p:cNvSpPr txBox="1"/>
          <p:nvPr>
            <p:ph idx="1" type="body"/>
          </p:nvPr>
        </p:nvSpPr>
        <p:spPr>
          <a:xfrm>
            <a:off x="231000" y="928525"/>
            <a:ext cx="59136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244" name="Google Shape;244;p47"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pic>
        <p:nvPicPr>
          <p:cNvPr id="245" name="Google Shape;245;p47" title="Secondary Mark - 66° White.png"/>
          <p:cNvPicPr preferRelativeResize="0"/>
          <p:nvPr/>
        </p:nvPicPr>
        <p:blipFill rotWithShape="1">
          <a:blip r:embed="rId4">
            <a:alphaModFix amt="10000"/>
          </a:blip>
          <a:srcRect b="0" l="0" r="0" t="0"/>
          <a:stretch/>
        </p:blipFill>
        <p:spPr>
          <a:xfrm>
            <a:off x="6482400" y="3375918"/>
            <a:ext cx="2661598" cy="1775908"/>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p:cSld name="TITLE_AND_BODY_2">
    <p:bg>
      <p:bgPr>
        <a:blipFill>
          <a:blip r:embed="rId2">
            <a:alphaModFix/>
          </a:blip>
          <a:stretch>
            <a:fillRect/>
          </a:stretch>
        </a:blipFill>
      </p:bgPr>
    </p:bg>
    <p:spTree>
      <p:nvGrpSpPr>
        <p:cNvPr id="246" name="Shape 246"/>
        <p:cNvGrpSpPr/>
        <p:nvPr/>
      </p:nvGrpSpPr>
      <p:grpSpPr>
        <a:xfrm>
          <a:off x="0" y="0"/>
          <a:ext cx="0" cy="0"/>
          <a:chOff x="0" y="0"/>
          <a:chExt cx="0" cy="0"/>
        </a:xfrm>
      </p:grpSpPr>
      <p:pic>
        <p:nvPicPr>
          <p:cNvPr id="247" name="Google Shape;247;p48" title="AdobeStock_873016162.jpeg"/>
          <p:cNvPicPr preferRelativeResize="0"/>
          <p:nvPr/>
        </p:nvPicPr>
        <p:blipFill rotWithShape="1">
          <a:blip r:embed="rId3">
            <a:alphaModFix/>
          </a:blip>
          <a:srcRect b="0" l="5556" r="5556" t="0"/>
          <a:stretch/>
        </p:blipFill>
        <p:spPr>
          <a:xfrm>
            <a:off x="0" y="0"/>
            <a:ext cx="9144003" cy="5143501"/>
          </a:xfrm>
          <a:prstGeom prst="rect">
            <a:avLst/>
          </a:prstGeom>
          <a:noFill/>
          <a:ln>
            <a:noFill/>
          </a:ln>
        </p:spPr>
      </p:pic>
      <p:pic>
        <p:nvPicPr>
          <p:cNvPr id="248" name="Google Shape;248;p48" title="Logotype - 66° White.png"/>
          <p:cNvPicPr preferRelativeResize="0"/>
          <p:nvPr/>
        </p:nvPicPr>
        <p:blipFill>
          <a:blip r:embed="rId2">
            <a:alphaModFix/>
          </a:blip>
          <a:stretch>
            <a:fillRect/>
          </a:stretch>
        </p:blipFill>
        <p:spPr>
          <a:xfrm>
            <a:off x="342904" y="4846079"/>
            <a:ext cx="540948" cy="127575"/>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 Title">
  <p:cSld name="TITLE_AND_BODY_2_1">
    <p:spTree>
      <p:nvGrpSpPr>
        <p:cNvPr id="249" name="Shape 249"/>
        <p:cNvGrpSpPr/>
        <p:nvPr/>
      </p:nvGrpSpPr>
      <p:grpSpPr>
        <a:xfrm>
          <a:off x="0" y="0"/>
          <a:ext cx="0" cy="0"/>
          <a:chOff x="0" y="0"/>
          <a:chExt cx="0" cy="0"/>
        </a:xfrm>
      </p:grpSpPr>
      <p:sp>
        <p:nvSpPr>
          <p:cNvPr id="250" name="Google Shape;250;p49"/>
          <p:cNvSpPr/>
          <p:nvPr/>
        </p:nvSpPr>
        <p:spPr>
          <a:xfrm>
            <a:off x="210550" y="4602075"/>
            <a:ext cx="1203300" cy="421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49" title="AdobeStock_873016162.jpeg"/>
          <p:cNvPicPr preferRelativeResize="0"/>
          <p:nvPr/>
        </p:nvPicPr>
        <p:blipFill rotWithShape="1">
          <a:blip r:embed="rId2">
            <a:alphaModFix/>
          </a:blip>
          <a:srcRect b="0" l="5556" r="5556" t="0"/>
          <a:stretch/>
        </p:blipFill>
        <p:spPr>
          <a:xfrm>
            <a:off x="0" y="0"/>
            <a:ext cx="9144003" cy="5143501"/>
          </a:xfrm>
          <a:prstGeom prst="rect">
            <a:avLst/>
          </a:prstGeom>
          <a:noFill/>
          <a:ln>
            <a:noFill/>
          </a:ln>
        </p:spPr>
      </p:pic>
      <p:sp>
        <p:nvSpPr>
          <p:cNvPr id="252" name="Google Shape;252;p49"/>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2000"/>
              <a:buNone/>
              <a:defRPr sz="2000">
                <a:solidFill>
                  <a:schemeClr val="lt1"/>
                </a:solidFill>
              </a:defRPr>
            </a:lvl2pPr>
            <a:lvl3pPr lvl="2">
              <a:spcBef>
                <a:spcPts val="0"/>
              </a:spcBef>
              <a:spcAft>
                <a:spcPts val="0"/>
              </a:spcAft>
              <a:buClr>
                <a:schemeClr val="lt1"/>
              </a:buClr>
              <a:buSzPts val="2000"/>
              <a:buNone/>
              <a:defRPr sz="2000">
                <a:solidFill>
                  <a:schemeClr val="lt1"/>
                </a:solidFill>
              </a:defRPr>
            </a:lvl3pPr>
            <a:lvl4pPr lvl="3">
              <a:spcBef>
                <a:spcPts val="0"/>
              </a:spcBef>
              <a:spcAft>
                <a:spcPts val="0"/>
              </a:spcAft>
              <a:buClr>
                <a:schemeClr val="lt1"/>
              </a:buClr>
              <a:buSzPts val="2000"/>
              <a:buNone/>
              <a:defRPr sz="2000">
                <a:solidFill>
                  <a:schemeClr val="lt1"/>
                </a:solidFill>
              </a:defRPr>
            </a:lvl4pPr>
            <a:lvl5pPr lvl="4">
              <a:spcBef>
                <a:spcPts val="0"/>
              </a:spcBef>
              <a:spcAft>
                <a:spcPts val="0"/>
              </a:spcAft>
              <a:buClr>
                <a:schemeClr val="lt1"/>
              </a:buClr>
              <a:buSzPts val="2000"/>
              <a:buNone/>
              <a:defRPr sz="2000">
                <a:solidFill>
                  <a:schemeClr val="lt1"/>
                </a:solidFill>
              </a:defRPr>
            </a:lvl5pPr>
            <a:lvl6pPr lvl="5">
              <a:spcBef>
                <a:spcPts val="0"/>
              </a:spcBef>
              <a:spcAft>
                <a:spcPts val="0"/>
              </a:spcAft>
              <a:buClr>
                <a:schemeClr val="lt1"/>
              </a:buClr>
              <a:buSzPts val="2000"/>
              <a:buNone/>
              <a:defRPr sz="2000">
                <a:solidFill>
                  <a:schemeClr val="lt1"/>
                </a:solidFill>
              </a:defRPr>
            </a:lvl6pPr>
            <a:lvl7pPr lvl="6">
              <a:spcBef>
                <a:spcPts val="0"/>
              </a:spcBef>
              <a:spcAft>
                <a:spcPts val="0"/>
              </a:spcAft>
              <a:buClr>
                <a:schemeClr val="lt1"/>
              </a:buClr>
              <a:buSzPts val="2000"/>
              <a:buNone/>
              <a:defRPr sz="2000">
                <a:solidFill>
                  <a:schemeClr val="lt1"/>
                </a:solidFill>
              </a:defRPr>
            </a:lvl7pPr>
            <a:lvl8pPr lvl="7">
              <a:spcBef>
                <a:spcPts val="0"/>
              </a:spcBef>
              <a:spcAft>
                <a:spcPts val="0"/>
              </a:spcAft>
              <a:buClr>
                <a:schemeClr val="lt1"/>
              </a:buClr>
              <a:buSzPts val="2000"/>
              <a:buNone/>
              <a:defRPr sz="2000">
                <a:solidFill>
                  <a:schemeClr val="lt1"/>
                </a:solidFill>
              </a:defRPr>
            </a:lvl8pPr>
            <a:lvl9pPr lvl="8">
              <a:spcBef>
                <a:spcPts val="0"/>
              </a:spcBef>
              <a:spcAft>
                <a:spcPts val="0"/>
              </a:spcAft>
              <a:buClr>
                <a:schemeClr val="lt1"/>
              </a:buClr>
              <a:buSzPts val="2000"/>
              <a:buNone/>
              <a:defRPr sz="2000">
                <a:solidFill>
                  <a:schemeClr val="lt1"/>
                </a:solidFill>
              </a:defRPr>
            </a:lvl9pPr>
          </a:lstStyle>
          <a:p/>
        </p:txBody>
      </p:sp>
      <p:pic>
        <p:nvPicPr>
          <p:cNvPr id="253" name="Google Shape;253;p49" title="Logotype - 66° White.png"/>
          <p:cNvPicPr preferRelativeResize="0"/>
          <p:nvPr/>
        </p:nvPicPr>
        <p:blipFill>
          <a:blip r:embed="rId3">
            <a:alphaModFix/>
          </a:blip>
          <a:stretch>
            <a:fillRect/>
          </a:stretch>
        </p:blipFill>
        <p:spPr>
          <a:xfrm>
            <a:off x="342904" y="4846079"/>
            <a:ext cx="540948" cy="12757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twoColTx">
  <p:cSld name="TITLE_AND_TWO_COLUMNS">
    <p:spTree>
      <p:nvGrpSpPr>
        <p:cNvPr id="254" name="Shape 254"/>
        <p:cNvGrpSpPr/>
        <p:nvPr/>
      </p:nvGrpSpPr>
      <p:grpSpPr>
        <a:xfrm>
          <a:off x="0" y="0"/>
          <a:ext cx="0" cy="0"/>
          <a:chOff x="0" y="0"/>
          <a:chExt cx="0" cy="0"/>
        </a:xfrm>
      </p:grpSpPr>
      <p:pic>
        <p:nvPicPr>
          <p:cNvPr id="255" name="Google Shape;255;p50" title="AdobeStock_873016162.jpeg"/>
          <p:cNvPicPr preferRelativeResize="0"/>
          <p:nvPr/>
        </p:nvPicPr>
        <p:blipFill rotWithShape="1">
          <a:blip r:embed="rId2">
            <a:alphaModFix/>
          </a:blip>
          <a:srcRect b="18173" l="5556" r="5556" t="48397"/>
          <a:stretch/>
        </p:blipFill>
        <p:spPr>
          <a:xfrm>
            <a:off x="0" y="0"/>
            <a:ext cx="9144003" cy="1719501"/>
          </a:xfrm>
          <a:prstGeom prst="rect">
            <a:avLst/>
          </a:prstGeom>
          <a:noFill/>
          <a:ln>
            <a:noFill/>
          </a:ln>
        </p:spPr>
      </p:pic>
      <p:sp>
        <p:nvSpPr>
          <p:cNvPr id="256" name="Google Shape;256;p50"/>
          <p:cNvSpPr txBox="1"/>
          <p:nvPr>
            <p:ph type="title"/>
          </p:nvPr>
        </p:nvSpPr>
        <p:spPr>
          <a:xfrm>
            <a:off x="231025" y="573388"/>
            <a:ext cx="8601300" cy="572700"/>
          </a:xfrm>
          <a:prstGeom prst="rect">
            <a:avLst/>
          </a:prstGeom>
        </p:spPr>
        <p:txBody>
          <a:bodyPr anchorCtr="0" anchor="ctr" bIns="91425" lIns="91425" spcFirstLastPara="1" rIns="91425" wrap="square" tIns="91425">
            <a:spAutoFit/>
          </a:bodyPr>
          <a:lstStyle>
            <a:lvl1pPr lvl="0">
              <a:spcBef>
                <a:spcPts val="0"/>
              </a:spcBef>
              <a:spcAft>
                <a:spcPts val="0"/>
              </a:spcAft>
              <a:buClr>
                <a:schemeClr val="lt1"/>
              </a:buClr>
              <a:buSzPts val="2000"/>
              <a:buNone/>
              <a:defRPr>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p:txBody>
      </p:sp>
      <p:sp>
        <p:nvSpPr>
          <p:cNvPr id="257" name="Google Shape;257;p50"/>
          <p:cNvSpPr txBox="1"/>
          <p:nvPr>
            <p:ph idx="1" type="body"/>
          </p:nvPr>
        </p:nvSpPr>
        <p:spPr>
          <a:xfrm>
            <a:off x="231000" y="1813800"/>
            <a:ext cx="4341000" cy="2648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pic>
        <p:nvPicPr>
          <p:cNvPr id="258" name="Google Shape;258;p50"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pic>
        <p:nvPicPr>
          <p:cNvPr id="259" name="Google Shape;259;p50" title="Secondary Mark - 66° White.png"/>
          <p:cNvPicPr preferRelativeResize="0"/>
          <p:nvPr/>
        </p:nvPicPr>
        <p:blipFill rotWithShape="1">
          <a:blip r:embed="rId4">
            <a:alphaModFix amt="10000"/>
          </a:blip>
          <a:srcRect b="0" l="0" r="0" t="0"/>
          <a:stretch/>
        </p:blipFill>
        <p:spPr>
          <a:xfrm>
            <a:off x="6566938" y="0"/>
            <a:ext cx="2577063" cy="17195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Title">
  <p:cSld name="MAIN_POINT">
    <p:spTree>
      <p:nvGrpSpPr>
        <p:cNvPr id="260" name="Shape 260"/>
        <p:cNvGrpSpPr/>
        <p:nvPr/>
      </p:nvGrpSpPr>
      <p:grpSpPr>
        <a:xfrm>
          <a:off x="0" y="0"/>
          <a:ext cx="0" cy="0"/>
          <a:chOff x="0" y="0"/>
          <a:chExt cx="0" cy="0"/>
        </a:xfrm>
      </p:grpSpPr>
      <p:sp>
        <p:nvSpPr>
          <p:cNvPr id="261" name="Google Shape;261;p51"/>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262" name="Google Shape;262;p51" title="Logotype - Night Blue.png"/>
          <p:cNvPicPr preferRelativeResize="0"/>
          <p:nvPr/>
        </p:nvPicPr>
        <p:blipFill>
          <a:blip r:embed="rId2">
            <a:alphaModFix/>
          </a:blip>
          <a:stretch>
            <a:fillRect/>
          </a:stretch>
        </p:blipFill>
        <p:spPr>
          <a:xfrm>
            <a:off x="342900" y="228599"/>
            <a:ext cx="1074268" cy="253350"/>
          </a:xfrm>
          <a:prstGeom prst="rect">
            <a:avLst/>
          </a:prstGeom>
          <a:noFill/>
          <a:ln>
            <a:noFill/>
          </a:ln>
        </p:spPr>
      </p:pic>
      <p:sp>
        <p:nvSpPr>
          <p:cNvPr id="263" name="Google Shape;263;p51"/>
          <p:cNvSpPr txBox="1"/>
          <p:nvPr>
            <p:ph type="title"/>
          </p:nvPr>
        </p:nvSpPr>
        <p:spPr>
          <a:xfrm>
            <a:off x="240850" y="2232300"/>
            <a:ext cx="8682000" cy="678900"/>
          </a:xfrm>
          <a:prstGeom prst="rect">
            <a:avLst/>
          </a:prstGeom>
        </p:spPr>
        <p:txBody>
          <a:bodyPr anchorCtr="0" anchor="t" bIns="91425" lIns="91425" spcFirstLastPara="1" rIns="91425" wrap="square" tIns="91425">
            <a:sp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pic>
        <p:nvPicPr>
          <p:cNvPr id="264" name="Google Shape;264;p51" title="Secondary Mark - Night Blue.png"/>
          <p:cNvPicPr preferRelativeResize="0"/>
          <p:nvPr/>
        </p:nvPicPr>
        <p:blipFill rotWithShape="1">
          <a:blip r:embed="rId3">
            <a:alphaModFix amt="5000"/>
          </a:blip>
          <a:srcRect b="30" l="0" r="0" t="30"/>
          <a:stretch/>
        </p:blipFill>
        <p:spPr>
          <a:xfrm>
            <a:off x="5096131" y="2450950"/>
            <a:ext cx="4047870" cy="2700874"/>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Title + Subtitle">
  <p:cSld name="TITLE_AND_BODY_3">
    <p:spTree>
      <p:nvGrpSpPr>
        <p:cNvPr id="265" name="Shape 265"/>
        <p:cNvGrpSpPr/>
        <p:nvPr/>
      </p:nvGrpSpPr>
      <p:grpSpPr>
        <a:xfrm>
          <a:off x="0" y="0"/>
          <a:ext cx="0" cy="0"/>
          <a:chOff x="0" y="0"/>
          <a:chExt cx="0" cy="0"/>
        </a:xfrm>
      </p:grpSpPr>
      <p:sp>
        <p:nvSpPr>
          <p:cNvPr id="266" name="Google Shape;266;p52"/>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67" name="Google Shape;267;p52"/>
          <p:cNvSpPr txBox="1"/>
          <p:nvPr>
            <p:ph type="title"/>
          </p:nvPr>
        </p:nvSpPr>
        <p:spPr>
          <a:xfrm>
            <a:off x="231025" y="2298150"/>
            <a:ext cx="8808300" cy="547200"/>
          </a:xfrm>
          <a:prstGeom prst="rect">
            <a:avLst/>
          </a:prstGeom>
        </p:spPr>
        <p:txBody>
          <a:bodyPr anchorCtr="0" anchor="ctr" bIns="91425" lIns="91425" spcFirstLastPara="1" rIns="91425" wrap="square" tIns="91425">
            <a:sp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68" name="Google Shape;268;p52"/>
          <p:cNvSpPr txBox="1"/>
          <p:nvPr>
            <p:ph idx="2" type="title"/>
          </p:nvPr>
        </p:nvSpPr>
        <p:spPr>
          <a:xfrm>
            <a:off x="231025" y="2845350"/>
            <a:ext cx="8808300" cy="454800"/>
          </a:xfrm>
          <a:prstGeom prst="rect">
            <a:avLst/>
          </a:prstGeom>
        </p:spPr>
        <p:txBody>
          <a:bodyPr anchorCtr="0" anchor="ctr" bIns="91425" lIns="91425" spcFirstLastPara="1" rIns="91425" wrap="square" tIns="91425">
            <a:spAutoFit/>
          </a:bodyPr>
          <a:lstStyle>
            <a:lvl1pPr lvl="0">
              <a:spcBef>
                <a:spcPts val="0"/>
              </a:spcBef>
              <a:spcAft>
                <a:spcPts val="0"/>
              </a:spcAft>
              <a:buSzPts val="1400"/>
              <a:buFont typeface="Poppins Light"/>
              <a:buNone/>
              <a:defRPr sz="1400">
                <a:latin typeface="Poppins Light"/>
                <a:ea typeface="Poppins Light"/>
                <a:cs typeface="Poppins Light"/>
                <a:sym typeface="Poppins Light"/>
              </a:defRPr>
            </a:lvl1pPr>
            <a:lvl2pPr lvl="1">
              <a:spcBef>
                <a:spcPts val="0"/>
              </a:spcBef>
              <a:spcAft>
                <a:spcPts val="0"/>
              </a:spcAft>
              <a:buSzPts val="1400"/>
              <a:buFont typeface="Poppins Light"/>
              <a:buNone/>
              <a:defRPr sz="1400">
                <a:latin typeface="Poppins Light"/>
                <a:ea typeface="Poppins Light"/>
                <a:cs typeface="Poppins Light"/>
                <a:sym typeface="Poppins Light"/>
              </a:defRPr>
            </a:lvl2pPr>
            <a:lvl3pPr lvl="2">
              <a:spcBef>
                <a:spcPts val="0"/>
              </a:spcBef>
              <a:spcAft>
                <a:spcPts val="0"/>
              </a:spcAft>
              <a:buSzPts val="1400"/>
              <a:buFont typeface="Poppins Light"/>
              <a:buNone/>
              <a:defRPr sz="1400">
                <a:latin typeface="Poppins Light"/>
                <a:ea typeface="Poppins Light"/>
                <a:cs typeface="Poppins Light"/>
                <a:sym typeface="Poppins Light"/>
              </a:defRPr>
            </a:lvl3pPr>
            <a:lvl4pPr lvl="3">
              <a:spcBef>
                <a:spcPts val="0"/>
              </a:spcBef>
              <a:spcAft>
                <a:spcPts val="0"/>
              </a:spcAft>
              <a:buSzPts val="1400"/>
              <a:buFont typeface="Poppins Light"/>
              <a:buNone/>
              <a:defRPr sz="1400">
                <a:latin typeface="Poppins Light"/>
                <a:ea typeface="Poppins Light"/>
                <a:cs typeface="Poppins Light"/>
                <a:sym typeface="Poppins Light"/>
              </a:defRPr>
            </a:lvl4pPr>
            <a:lvl5pPr lvl="4">
              <a:spcBef>
                <a:spcPts val="0"/>
              </a:spcBef>
              <a:spcAft>
                <a:spcPts val="0"/>
              </a:spcAft>
              <a:buSzPts val="1400"/>
              <a:buFont typeface="Poppins Light"/>
              <a:buNone/>
              <a:defRPr sz="1400">
                <a:latin typeface="Poppins Light"/>
                <a:ea typeface="Poppins Light"/>
                <a:cs typeface="Poppins Light"/>
                <a:sym typeface="Poppins Light"/>
              </a:defRPr>
            </a:lvl5pPr>
            <a:lvl6pPr lvl="5">
              <a:spcBef>
                <a:spcPts val="0"/>
              </a:spcBef>
              <a:spcAft>
                <a:spcPts val="0"/>
              </a:spcAft>
              <a:buSzPts val="1400"/>
              <a:buFont typeface="Poppins Light"/>
              <a:buNone/>
              <a:defRPr sz="1400">
                <a:latin typeface="Poppins Light"/>
                <a:ea typeface="Poppins Light"/>
                <a:cs typeface="Poppins Light"/>
                <a:sym typeface="Poppins Light"/>
              </a:defRPr>
            </a:lvl6pPr>
            <a:lvl7pPr lvl="6">
              <a:spcBef>
                <a:spcPts val="0"/>
              </a:spcBef>
              <a:spcAft>
                <a:spcPts val="0"/>
              </a:spcAft>
              <a:buSzPts val="1400"/>
              <a:buFont typeface="Poppins Light"/>
              <a:buNone/>
              <a:defRPr sz="1400">
                <a:latin typeface="Poppins Light"/>
                <a:ea typeface="Poppins Light"/>
                <a:cs typeface="Poppins Light"/>
                <a:sym typeface="Poppins Light"/>
              </a:defRPr>
            </a:lvl7pPr>
            <a:lvl8pPr lvl="7">
              <a:spcBef>
                <a:spcPts val="0"/>
              </a:spcBef>
              <a:spcAft>
                <a:spcPts val="0"/>
              </a:spcAft>
              <a:buSzPts val="1400"/>
              <a:buFont typeface="Poppins Light"/>
              <a:buNone/>
              <a:defRPr sz="1400">
                <a:latin typeface="Poppins Light"/>
                <a:ea typeface="Poppins Light"/>
                <a:cs typeface="Poppins Light"/>
                <a:sym typeface="Poppins Light"/>
              </a:defRPr>
            </a:lvl8pPr>
            <a:lvl9pPr lvl="8">
              <a:spcBef>
                <a:spcPts val="0"/>
              </a:spcBef>
              <a:spcAft>
                <a:spcPts val="0"/>
              </a:spcAft>
              <a:buSzPts val="1400"/>
              <a:buFont typeface="Poppins Light"/>
              <a:buNone/>
              <a:defRPr sz="1400">
                <a:latin typeface="Poppins Light"/>
                <a:ea typeface="Poppins Light"/>
                <a:cs typeface="Poppins Light"/>
                <a:sym typeface="Poppins Light"/>
              </a:defRPr>
            </a:lvl9pPr>
          </a:lstStyle>
          <a:p/>
        </p:txBody>
      </p:sp>
      <p:pic>
        <p:nvPicPr>
          <p:cNvPr id="269" name="Google Shape;269;p52" title="Logotype - Night Blue.png"/>
          <p:cNvPicPr preferRelativeResize="0"/>
          <p:nvPr/>
        </p:nvPicPr>
        <p:blipFill>
          <a:blip r:embed="rId2">
            <a:alphaModFix/>
          </a:blip>
          <a:stretch>
            <a:fillRect/>
          </a:stretch>
        </p:blipFill>
        <p:spPr>
          <a:xfrm>
            <a:off x="342900" y="228599"/>
            <a:ext cx="1074268" cy="253350"/>
          </a:xfrm>
          <a:prstGeom prst="rect">
            <a:avLst/>
          </a:prstGeom>
          <a:noFill/>
          <a:ln>
            <a:noFill/>
          </a:ln>
        </p:spPr>
      </p:pic>
      <p:pic>
        <p:nvPicPr>
          <p:cNvPr id="270" name="Google Shape;270;p52" title="Secondary Mark - Night Blue.png"/>
          <p:cNvPicPr preferRelativeResize="0"/>
          <p:nvPr/>
        </p:nvPicPr>
        <p:blipFill rotWithShape="1">
          <a:blip r:embed="rId3">
            <a:alphaModFix amt="5000"/>
          </a:blip>
          <a:srcRect b="30" l="0" r="0" t="30"/>
          <a:stretch/>
        </p:blipFill>
        <p:spPr>
          <a:xfrm>
            <a:off x="5096131" y="2450950"/>
            <a:ext cx="4047870" cy="2700874"/>
          </a:xfrm>
          <a:prstGeom prst="rect">
            <a:avLst/>
          </a:prstGeom>
          <a:noFill/>
          <a:ln>
            <a:noFill/>
          </a:ln>
        </p:spPr>
      </p:pic>
    </p:spTree>
  </p:cSld>
  <p:clrMapOvr>
    <a:masterClrMapping/>
  </p:clrMapOvr>
  <p:extLst>
    <p:ext uri="{DCECCB84-F9BA-43D5-87BE-67443E8EF086}">
      <p15:sldGuideLst>
        <p15:guide id="1" pos="1544">
          <p15:clr>
            <a:schemeClr val="dk2"/>
          </p15:clr>
        </p15:guide>
        <p15:guide id="2" pos="657">
          <p15:clr>
            <a:schemeClr val="dk2"/>
          </p15:clr>
        </p15:guide>
        <p15:guide id="3" pos="2433">
          <p15:clr>
            <a:schemeClr val="dk2"/>
          </p15:clr>
        </p15:guide>
        <p15:guide id="4" pos="4207">
          <p15:clr>
            <a:schemeClr val="dk2"/>
          </p15:clr>
        </p15:guide>
        <p15:guide id="5" pos="5098">
          <p15:clr>
            <a:schemeClr val="dk2"/>
          </p15:clr>
        </p15:guide>
        <p15:guide id="6" pos="3321">
          <p15:clr>
            <a:schemeClr val="dk2"/>
          </p15:clr>
        </p15:guide>
        <p15:guide id="7" orient="horz" pos="1304">
          <p15:clr>
            <a:schemeClr val="dk2"/>
          </p15:clr>
        </p15:guide>
        <p15:guide id="8" orient="horz" pos="1800">
          <p15:clr>
            <a:schemeClr val="dk2"/>
          </p15:clr>
        </p15:guide>
        <p15:guide id="9" orient="horz" pos="2262">
          <p15:clr>
            <a:schemeClr val="dk2"/>
          </p15:clr>
        </p15:guide>
        <p15:guide id="10" orient="horz" pos="2725">
          <p15:clr>
            <a:schemeClr val="dk2"/>
          </p15:clr>
        </p15:guide>
        <p15:guide id="11" orient="horz" pos="848">
          <p15:clr>
            <a:schemeClr val="dk2"/>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lank + Gray 66">
  <p:cSld name="TITLE_ONLY_1">
    <p:spTree>
      <p:nvGrpSpPr>
        <p:cNvPr id="271" name="Shape 271"/>
        <p:cNvGrpSpPr/>
        <p:nvPr/>
      </p:nvGrpSpPr>
      <p:grpSpPr>
        <a:xfrm>
          <a:off x="0" y="0"/>
          <a:ext cx="0" cy="0"/>
          <a:chOff x="0" y="0"/>
          <a:chExt cx="0" cy="0"/>
        </a:xfrm>
      </p:grpSpPr>
      <p:sp>
        <p:nvSpPr>
          <p:cNvPr id="272" name="Google Shape;272;p53"/>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3"/>
          <p:cNvSpPr/>
          <p:nvPr/>
        </p:nvSpPr>
        <p:spPr>
          <a:xfrm>
            <a:off x="5382000" y="0"/>
            <a:ext cx="37617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74" name="Google Shape;274;p53"/>
          <p:cNvSpPr txBox="1"/>
          <p:nvPr>
            <p:ph type="title"/>
          </p:nvPr>
        </p:nvSpPr>
        <p:spPr>
          <a:xfrm>
            <a:off x="231025" y="228600"/>
            <a:ext cx="5151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275" name="Google Shape;275;p53"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pic>
        <p:nvPicPr>
          <p:cNvPr id="276" name="Google Shape;276;p53" title="Secondary Mark - Night Blue.png"/>
          <p:cNvPicPr preferRelativeResize="0"/>
          <p:nvPr/>
        </p:nvPicPr>
        <p:blipFill rotWithShape="1">
          <a:blip r:embed="rId3">
            <a:alphaModFix amt="5000"/>
          </a:blip>
          <a:srcRect b="30" l="0" r="0" t="30"/>
          <a:stretch/>
        </p:blipFill>
        <p:spPr>
          <a:xfrm>
            <a:off x="5382300" y="2641895"/>
            <a:ext cx="3761700" cy="2509929"/>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1 Blank 1">
  <p:cSld name="TITLE_ONLY_1_2">
    <p:spTree>
      <p:nvGrpSpPr>
        <p:cNvPr id="277" name="Shape 277"/>
        <p:cNvGrpSpPr/>
        <p:nvPr/>
      </p:nvGrpSpPr>
      <p:grpSpPr>
        <a:xfrm>
          <a:off x="0" y="0"/>
          <a:ext cx="0" cy="0"/>
          <a:chOff x="0" y="0"/>
          <a:chExt cx="0" cy="0"/>
        </a:xfrm>
      </p:grpSpPr>
      <p:sp>
        <p:nvSpPr>
          <p:cNvPr id="278" name="Google Shape;278;p54"/>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 name="Google Shape;279;p54"/>
          <p:cNvGrpSpPr/>
          <p:nvPr/>
        </p:nvGrpSpPr>
        <p:grpSpPr>
          <a:xfrm>
            <a:off x="0" y="0"/>
            <a:ext cx="9144003" cy="5143501"/>
            <a:chOff x="0" y="0"/>
            <a:chExt cx="9144003" cy="5143501"/>
          </a:xfrm>
        </p:grpSpPr>
        <p:sp>
          <p:nvSpPr>
            <p:cNvPr id="280" name="Google Shape;280;p54"/>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281" name="Google Shape;281;p54" title="AdobeStock_1226728112.jpe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82" name="Google Shape;282;p54"/>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283" name="Google Shape;283;p54"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1 Background Title Only">
  <p:cSld name="TITLE_ONLY_1_1">
    <p:spTree>
      <p:nvGrpSpPr>
        <p:cNvPr id="284" name="Shape 284"/>
        <p:cNvGrpSpPr/>
        <p:nvPr/>
      </p:nvGrpSpPr>
      <p:grpSpPr>
        <a:xfrm>
          <a:off x="0" y="0"/>
          <a:ext cx="0" cy="0"/>
          <a:chOff x="0" y="0"/>
          <a:chExt cx="0" cy="0"/>
        </a:xfrm>
      </p:grpSpPr>
      <p:sp>
        <p:nvSpPr>
          <p:cNvPr id="285" name="Google Shape;285;p55"/>
          <p:cNvSpPr/>
          <p:nvPr/>
        </p:nvSpPr>
        <p:spPr>
          <a:xfrm rot="-5400000">
            <a:off x="8602046" y="4727705"/>
            <a:ext cx="187200" cy="187200"/>
          </a:xfrm>
          <a:prstGeom prst="rtTriangle">
            <a:avLst/>
          </a:prstGeom>
          <a:solidFill>
            <a:srgbClr val="0836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6" name="Google Shape;286;p55"/>
          <p:cNvGrpSpPr/>
          <p:nvPr/>
        </p:nvGrpSpPr>
        <p:grpSpPr>
          <a:xfrm>
            <a:off x="0" y="0"/>
            <a:ext cx="9144003" cy="5143501"/>
            <a:chOff x="0" y="0"/>
            <a:chExt cx="9144003" cy="5143501"/>
          </a:xfrm>
        </p:grpSpPr>
        <p:sp>
          <p:nvSpPr>
            <p:cNvPr id="287" name="Google Shape;287;p55"/>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288" name="Google Shape;288;p55" title="AdobeStock_1226728112.jpe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89" name="Google Shape;289;p55"/>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90" name="Google Shape;290;p55"/>
          <p:cNvSpPr txBox="1"/>
          <p:nvPr>
            <p:ph type="title"/>
          </p:nvPr>
        </p:nvSpPr>
        <p:spPr>
          <a:xfrm>
            <a:off x="231025" y="2286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291" name="Google Shape;291;p55"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ckground + Uneditable 1/3 Gray">
  <p:cSld name="TITLE_1">
    <p:spTree>
      <p:nvGrpSpPr>
        <p:cNvPr id="292" name="Shape 292"/>
        <p:cNvGrpSpPr/>
        <p:nvPr/>
      </p:nvGrpSpPr>
      <p:grpSpPr>
        <a:xfrm>
          <a:off x="0" y="0"/>
          <a:ext cx="0" cy="0"/>
          <a:chOff x="0" y="0"/>
          <a:chExt cx="0" cy="0"/>
        </a:xfrm>
      </p:grpSpPr>
      <p:grpSp>
        <p:nvGrpSpPr>
          <p:cNvPr id="293" name="Google Shape;293;p56"/>
          <p:cNvGrpSpPr/>
          <p:nvPr/>
        </p:nvGrpSpPr>
        <p:grpSpPr>
          <a:xfrm>
            <a:off x="0" y="0"/>
            <a:ext cx="9144003" cy="5143501"/>
            <a:chOff x="0" y="0"/>
            <a:chExt cx="9144003" cy="5143501"/>
          </a:xfrm>
        </p:grpSpPr>
        <p:sp>
          <p:nvSpPr>
            <p:cNvPr id="294" name="Google Shape;294;p56"/>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295" name="Google Shape;295;p56" title="AdobeStock_1226728112.jpeg"/>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296" name="Google Shape;296;p56"/>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97" name="Google Shape;297;p56"/>
          <p:cNvSpPr/>
          <p:nvPr/>
        </p:nvSpPr>
        <p:spPr>
          <a:xfrm>
            <a:off x="6146425" y="228600"/>
            <a:ext cx="2766600" cy="4500900"/>
          </a:xfrm>
          <a:prstGeom prst="roundRect">
            <a:avLst>
              <a:gd fmla="val 1231" name="adj"/>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298" name="Google Shape;298;p56"/>
          <p:cNvSpPr txBox="1"/>
          <p:nvPr>
            <p:ph type="title"/>
          </p:nvPr>
        </p:nvSpPr>
        <p:spPr>
          <a:xfrm>
            <a:off x="231025" y="228600"/>
            <a:ext cx="59154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pic>
        <p:nvPicPr>
          <p:cNvPr id="299" name="Google Shape;299;p56"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ackground + Uneditable Gray Square">
  <p:cSld name="TITLE_2">
    <p:spTree>
      <p:nvGrpSpPr>
        <p:cNvPr id="300" name="Shape 300"/>
        <p:cNvGrpSpPr/>
        <p:nvPr/>
      </p:nvGrpSpPr>
      <p:grpSpPr>
        <a:xfrm>
          <a:off x="0" y="0"/>
          <a:ext cx="0" cy="0"/>
          <a:chOff x="0" y="0"/>
          <a:chExt cx="0" cy="0"/>
        </a:xfrm>
      </p:grpSpPr>
      <p:pic>
        <p:nvPicPr>
          <p:cNvPr id="301" name="Google Shape;301;p57" title="66degreesBlack.png"/>
          <p:cNvPicPr preferRelativeResize="0"/>
          <p:nvPr/>
        </p:nvPicPr>
        <p:blipFill rotWithShape="1">
          <a:blip r:embed="rId2">
            <a:alphaModFix/>
          </a:blip>
          <a:srcRect b="417" l="0" r="0" t="407"/>
          <a:stretch/>
        </p:blipFill>
        <p:spPr>
          <a:xfrm>
            <a:off x="342888" y="4860450"/>
            <a:ext cx="498109" cy="117000"/>
          </a:xfrm>
          <a:prstGeom prst="rect">
            <a:avLst/>
          </a:prstGeom>
          <a:noFill/>
          <a:ln>
            <a:noFill/>
          </a:ln>
        </p:spPr>
      </p:pic>
      <p:grpSp>
        <p:nvGrpSpPr>
          <p:cNvPr id="302" name="Google Shape;302;p57"/>
          <p:cNvGrpSpPr/>
          <p:nvPr/>
        </p:nvGrpSpPr>
        <p:grpSpPr>
          <a:xfrm>
            <a:off x="0" y="0"/>
            <a:ext cx="9144003" cy="5143501"/>
            <a:chOff x="0" y="0"/>
            <a:chExt cx="9144003" cy="5143501"/>
          </a:xfrm>
        </p:grpSpPr>
        <p:sp>
          <p:nvSpPr>
            <p:cNvPr id="303" name="Google Shape;303;p57"/>
            <p:cNvSpPr txBox="1"/>
            <p:nvPr/>
          </p:nvSpPr>
          <p:spPr>
            <a:xfrm>
              <a:off x="264900" y="1622150"/>
              <a:ext cx="2619900" cy="25047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$600M+ healthcare software provider that connect payers, providers, patients, and families with advanced analytics.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Company faced significant cloud sprawl across multiple platforms—both on-premise and across public cloud providers, after a series of acquisitions.</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t/>
              </a:r>
              <a:endParaRPr sz="800">
                <a:solidFill>
                  <a:srgbClr val="000000"/>
                </a:solidFill>
                <a:latin typeface="Helvetica Neue"/>
                <a:ea typeface="Helvetica Neue"/>
                <a:cs typeface="Helvetica Neue"/>
                <a:sym typeface="Helvetica Neue"/>
              </a:endParaRPr>
            </a:p>
            <a:p>
              <a:pPr indent="0" lvl="0" marL="0" rtl="0" algn="l">
                <a:lnSpc>
                  <a:spcPct val="125000"/>
                </a:lnSpc>
                <a:spcBef>
                  <a:spcPts val="0"/>
                </a:spcBef>
                <a:spcAft>
                  <a:spcPts val="0"/>
                </a:spcAft>
                <a:buNone/>
              </a:pPr>
              <a:r>
                <a:rPr lang="en" sz="800">
                  <a:solidFill>
                    <a:srgbClr val="000000"/>
                  </a:solidFill>
                  <a:latin typeface="Helvetica Neue"/>
                  <a:ea typeface="Helvetica Neue"/>
                  <a:cs typeface="Helvetica Neue"/>
                  <a:sym typeface="Helvetica Neue"/>
                </a:rPr>
                <a:t>To address rising IT infrastructure costs and improve operational efficiency, the organization set out to consolidate all applications onto a single cloud platform: Google Cloud.</a:t>
              </a:r>
              <a:endParaRPr sz="800">
                <a:solidFill>
                  <a:srgbClr val="000000"/>
                </a:solidFill>
                <a:latin typeface="Helvetica Neue"/>
                <a:ea typeface="Helvetica Neue"/>
                <a:cs typeface="Helvetica Neue"/>
                <a:sym typeface="Helvetica Neue"/>
              </a:endParaRPr>
            </a:p>
          </p:txBody>
        </p:sp>
        <p:pic>
          <p:nvPicPr>
            <p:cNvPr id="304" name="Google Shape;304;p57" title="AdobeStock_1226728112.jpeg"/>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305" name="Google Shape;305;p57"/>
            <p:cNvSpPr/>
            <p:nvPr/>
          </p:nvSpPr>
          <p:spPr>
            <a:xfrm>
              <a:off x="0" y="0"/>
              <a:ext cx="9144000" cy="5143500"/>
            </a:xfrm>
            <a:prstGeom prst="rect">
              <a:avLst/>
            </a:prstGeom>
            <a:gradFill>
              <a:gsLst>
                <a:gs pos="0">
                  <a:srgbClr val="FFFFFF">
                    <a:alpha val="43529"/>
                  </a:srgbClr>
                </a:gs>
                <a:gs pos="20000">
                  <a:srgbClr val="FFFFFF">
                    <a:alpha val="58824"/>
                  </a:srgbClr>
                </a:gs>
                <a:gs pos="100000">
                  <a:srgbClr val="FFFFFF"/>
                </a:gs>
              </a:gsLst>
              <a:lin ang="18900044"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306" name="Google Shape;306;p57"/>
          <p:cNvSpPr txBox="1"/>
          <p:nvPr>
            <p:ph type="title"/>
          </p:nvPr>
        </p:nvSpPr>
        <p:spPr>
          <a:xfrm>
            <a:off x="231025" y="228600"/>
            <a:ext cx="4341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07" name="Google Shape;307;p57"/>
          <p:cNvSpPr/>
          <p:nvPr/>
        </p:nvSpPr>
        <p:spPr>
          <a:xfrm>
            <a:off x="4572025" y="228600"/>
            <a:ext cx="4341000" cy="4500900"/>
          </a:xfrm>
          <a:prstGeom prst="roundRect">
            <a:avLst>
              <a:gd fmla="val 1231" name="adj"/>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308" name="Google Shape;308;p57" title="Logotype - Night Blue.png"/>
          <p:cNvPicPr preferRelativeResize="0"/>
          <p:nvPr/>
        </p:nvPicPr>
        <p:blipFill>
          <a:blip r:embed="rId4">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2 Blank">
  <p:cSld name="TITLE_AND_BODY_5">
    <p:spTree>
      <p:nvGrpSpPr>
        <p:cNvPr id="309" name="Shape 309"/>
        <p:cNvGrpSpPr/>
        <p:nvPr/>
      </p:nvGrpSpPr>
      <p:grpSpPr>
        <a:xfrm>
          <a:off x="0" y="0"/>
          <a:ext cx="0" cy="0"/>
          <a:chOff x="0" y="0"/>
          <a:chExt cx="0" cy="0"/>
        </a:xfrm>
      </p:grpSpPr>
      <p:pic>
        <p:nvPicPr>
          <p:cNvPr id="310" name="Google Shape;310;p58"/>
          <p:cNvPicPr preferRelativeResize="0"/>
          <p:nvPr/>
        </p:nvPicPr>
        <p:blipFill rotWithShape="1">
          <a:blip r:embed="rId2">
            <a:alphaModFix/>
          </a:blip>
          <a:srcRect b="16181" l="1152" r="1182" t="1344"/>
          <a:stretch/>
        </p:blipFill>
        <p:spPr>
          <a:xfrm rot="10800000">
            <a:off x="-999" y="-5601"/>
            <a:ext cx="9145999" cy="5154701"/>
          </a:xfrm>
          <a:prstGeom prst="rect">
            <a:avLst/>
          </a:prstGeom>
          <a:noFill/>
          <a:ln>
            <a:noFill/>
          </a:ln>
        </p:spPr>
      </p:pic>
      <p:pic>
        <p:nvPicPr>
          <p:cNvPr id="311" name="Google Shape;311;p58"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AND_BODY_3_2">
    <p:spTree>
      <p:nvGrpSpPr>
        <p:cNvPr id="312" name="Shape 312"/>
        <p:cNvGrpSpPr/>
        <p:nvPr/>
      </p:nvGrpSpPr>
      <p:grpSpPr>
        <a:xfrm>
          <a:off x="0" y="0"/>
          <a:ext cx="0" cy="0"/>
          <a:chOff x="0" y="0"/>
          <a:chExt cx="0" cy="0"/>
        </a:xfrm>
      </p:grpSpPr>
      <p:sp>
        <p:nvSpPr>
          <p:cNvPr id="313" name="Google Shape;313;p59"/>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14" name="Google Shape;314;p59"/>
          <p:cNvSpPr txBox="1"/>
          <p:nvPr/>
        </p:nvSpPr>
        <p:spPr>
          <a:xfrm>
            <a:off x="231025" y="2272375"/>
            <a:ext cx="43410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solidFill>
                  <a:schemeClr val="dk1"/>
                </a:solidFill>
                <a:latin typeface="Poppins"/>
                <a:ea typeface="Poppins"/>
                <a:cs typeface="Poppins"/>
                <a:sym typeface="Poppins"/>
              </a:rPr>
              <a:t>Thank You</a:t>
            </a:r>
            <a:endParaRPr sz="2600">
              <a:solidFill>
                <a:schemeClr val="dk1"/>
              </a:solidFill>
              <a:latin typeface="Poppins"/>
              <a:ea typeface="Poppins"/>
              <a:cs typeface="Poppins"/>
              <a:sym typeface="Poppins"/>
            </a:endParaRPr>
          </a:p>
        </p:txBody>
      </p:sp>
      <p:pic>
        <p:nvPicPr>
          <p:cNvPr id="315" name="Google Shape;315;p59" title="Logotype - Night Blue.png"/>
          <p:cNvPicPr preferRelativeResize="0"/>
          <p:nvPr/>
        </p:nvPicPr>
        <p:blipFill>
          <a:blip r:embed="rId2">
            <a:alphaModFix/>
          </a:blip>
          <a:stretch>
            <a:fillRect/>
          </a:stretch>
        </p:blipFill>
        <p:spPr>
          <a:xfrm>
            <a:off x="342900" y="228599"/>
            <a:ext cx="1074268" cy="253350"/>
          </a:xfrm>
          <a:prstGeom prst="rect">
            <a:avLst/>
          </a:prstGeom>
          <a:noFill/>
          <a:ln>
            <a:noFill/>
          </a:ln>
        </p:spPr>
      </p:pic>
      <p:pic>
        <p:nvPicPr>
          <p:cNvPr id="316" name="Google Shape;316;p59" title="Secondary Mark - Night Blue.png"/>
          <p:cNvPicPr preferRelativeResize="0"/>
          <p:nvPr/>
        </p:nvPicPr>
        <p:blipFill rotWithShape="1">
          <a:blip r:embed="rId3">
            <a:alphaModFix amt="5000"/>
          </a:blip>
          <a:srcRect b="30" l="0" r="0" t="30"/>
          <a:stretch/>
        </p:blipFill>
        <p:spPr>
          <a:xfrm>
            <a:off x="5096131" y="2450950"/>
            <a:ext cx="4047870" cy="2700874"/>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2 White Squares">
  <p:cSld name="TITLE_AND_BODY_1_3_1_1">
    <p:spTree>
      <p:nvGrpSpPr>
        <p:cNvPr id="317" name="Shape 317"/>
        <p:cNvGrpSpPr/>
        <p:nvPr/>
      </p:nvGrpSpPr>
      <p:grpSpPr>
        <a:xfrm>
          <a:off x="0" y="0"/>
          <a:ext cx="0" cy="0"/>
          <a:chOff x="0" y="0"/>
          <a:chExt cx="0" cy="0"/>
        </a:xfrm>
      </p:grpSpPr>
      <p:sp>
        <p:nvSpPr>
          <p:cNvPr id="318" name="Google Shape;318;p60"/>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19" name="Google Shape;319;p60"/>
          <p:cNvSpPr/>
          <p:nvPr/>
        </p:nvSpPr>
        <p:spPr>
          <a:xfrm>
            <a:off x="22862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sp>
        <p:nvSpPr>
          <p:cNvPr id="320" name="Google Shape;320;p60"/>
          <p:cNvSpPr txBox="1"/>
          <p:nvPr>
            <p:ph type="title"/>
          </p:nvPr>
        </p:nvSpPr>
        <p:spPr>
          <a:xfrm>
            <a:off x="231025" y="224900"/>
            <a:ext cx="86820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21" name="Google Shape;321;p60"/>
          <p:cNvSpPr/>
          <p:nvPr/>
        </p:nvSpPr>
        <p:spPr>
          <a:xfrm>
            <a:off x="4630775" y="928525"/>
            <a:ext cx="4282200" cy="3801000"/>
          </a:xfrm>
          <a:prstGeom prst="roundRect">
            <a:avLst>
              <a:gd fmla="val 2368" name="adj"/>
            </a:avLst>
          </a:prstGeom>
          <a:solidFill>
            <a:srgbClr val="FFFFFF"/>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322" name="Google Shape;322;p60" title="Logotype - Night Blue.png"/>
          <p:cNvPicPr preferRelativeResize="0"/>
          <p:nvPr/>
        </p:nvPicPr>
        <p:blipFill>
          <a:blip r:embed="rId2">
            <a:alphaModFix/>
          </a:blip>
          <a:stretch>
            <a:fillRect/>
          </a:stretch>
        </p:blipFill>
        <p:spPr>
          <a:xfrm>
            <a:off x="342900" y="4846076"/>
            <a:ext cx="540948" cy="127575"/>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Background + 1/3 Image">
  <p:cSld name="Gray Background + 1/3 Image (g3f6cfc2a67b_24_0)">
    <p:spTree>
      <p:nvGrpSpPr>
        <p:cNvPr id="323" name="Shape 323"/>
        <p:cNvGrpSpPr/>
        <p:nvPr/>
      </p:nvGrpSpPr>
      <p:grpSpPr>
        <a:xfrm>
          <a:off x="0" y="0"/>
          <a:ext cx="0" cy="0"/>
          <a:chOff x="0" y="0"/>
          <a:chExt cx="0" cy="0"/>
        </a:xfrm>
      </p:grpSpPr>
      <p:sp>
        <p:nvSpPr>
          <p:cNvPr id="324" name="Google Shape;324;p61"/>
          <p:cNvSpPr txBox="1"/>
          <p:nvPr>
            <p:ph type="title"/>
          </p:nvPr>
        </p:nvSpPr>
        <p:spPr>
          <a:xfrm>
            <a:off x="231025" y="228600"/>
            <a:ext cx="6251400" cy="572700"/>
          </a:xfrm>
          <a:prstGeom prst="rect">
            <a:avLst/>
          </a:prstGeom>
        </p:spPr>
        <p:txBody>
          <a:bodyPr anchorCtr="0" anchor="ctr" bIns="91425" lIns="91425" spcFirstLastPara="1" rIns="91425" wrap="square" tIns="91425">
            <a:sp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p:txBody>
      </p:sp>
      <p:sp>
        <p:nvSpPr>
          <p:cNvPr id="325" name="Google Shape;325;p61"/>
          <p:cNvSpPr txBox="1"/>
          <p:nvPr>
            <p:ph idx="1" type="body"/>
          </p:nvPr>
        </p:nvSpPr>
        <p:spPr>
          <a:xfrm>
            <a:off x="231000" y="928525"/>
            <a:ext cx="5913600" cy="3533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Clr>
                <a:schemeClr val="dk1"/>
              </a:buClr>
              <a:buSzPts val="1200"/>
              <a:buChar char="●"/>
              <a:defRPr>
                <a:solidFill>
                  <a:schemeClr val="dk1"/>
                </a:solidFill>
              </a:defRPr>
            </a:lvl1pPr>
            <a:lvl2pPr indent="-304800" lvl="1" marL="914400">
              <a:spcBef>
                <a:spcPts val="0"/>
              </a:spcBef>
              <a:spcAft>
                <a:spcPts val="0"/>
              </a:spcAft>
              <a:buClr>
                <a:schemeClr val="dk1"/>
              </a:buClr>
              <a:buSzPts val="1200"/>
              <a:buChar char="○"/>
              <a:defRPr>
                <a:solidFill>
                  <a:schemeClr val="dk1"/>
                </a:solidFill>
              </a:defRPr>
            </a:lvl2pPr>
            <a:lvl3pPr indent="-304800" lvl="2" marL="1371600">
              <a:spcBef>
                <a:spcPts val="0"/>
              </a:spcBef>
              <a:spcAft>
                <a:spcPts val="0"/>
              </a:spcAft>
              <a:buClr>
                <a:schemeClr val="dk1"/>
              </a:buClr>
              <a:buSzPts val="1200"/>
              <a:buChar char="■"/>
              <a:defRPr>
                <a:solidFill>
                  <a:schemeClr val="dk1"/>
                </a:solidFill>
              </a:defRPr>
            </a:lvl3pPr>
            <a:lvl4pPr indent="-304800" lvl="3" marL="1828800">
              <a:spcBef>
                <a:spcPts val="0"/>
              </a:spcBef>
              <a:spcAft>
                <a:spcPts val="0"/>
              </a:spcAft>
              <a:buClr>
                <a:schemeClr val="dk1"/>
              </a:buClr>
              <a:buSzPts val="1200"/>
              <a:buChar char="●"/>
              <a:defRPr>
                <a:solidFill>
                  <a:schemeClr val="dk1"/>
                </a:solidFill>
              </a:defRPr>
            </a:lvl4pPr>
            <a:lvl5pPr indent="-304800" lvl="4" marL="2286000">
              <a:spcBef>
                <a:spcPts val="0"/>
              </a:spcBef>
              <a:spcAft>
                <a:spcPts val="0"/>
              </a:spcAft>
              <a:buClr>
                <a:schemeClr val="dk1"/>
              </a:buClr>
              <a:buSzPts val="1200"/>
              <a:buChar char="○"/>
              <a:defRPr>
                <a:solidFill>
                  <a:schemeClr val="dk1"/>
                </a:solidFill>
              </a:defRPr>
            </a:lvl5pPr>
            <a:lvl6pPr indent="-304800" lvl="5" marL="2743200">
              <a:spcBef>
                <a:spcPts val="0"/>
              </a:spcBef>
              <a:spcAft>
                <a:spcPts val="0"/>
              </a:spcAft>
              <a:buClr>
                <a:schemeClr val="dk1"/>
              </a:buClr>
              <a:buSzPts val="1200"/>
              <a:buChar char="■"/>
              <a:defRPr>
                <a:solidFill>
                  <a:schemeClr val="dk1"/>
                </a:solidFill>
              </a:defRPr>
            </a:lvl6pPr>
            <a:lvl7pPr indent="-304800" lvl="6" marL="3200400">
              <a:spcBef>
                <a:spcPts val="0"/>
              </a:spcBef>
              <a:spcAft>
                <a:spcPts val="0"/>
              </a:spcAft>
              <a:buClr>
                <a:schemeClr val="dk1"/>
              </a:buClr>
              <a:buSzPts val="1200"/>
              <a:buChar char="●"/>
              <a:defRPr>
                <a:solidFill>
                  <a:schemeClr val="dk1"/>
                </a:solidFill>
              </a:defRPr>
            </a:lvl7pPr>
            <a:lvl8pPr indent="-304800" lvl="7" marL="3657600">
              <a:spcBef>
                <a:spcPts val="0"/>
              </a:spcBef>
              <a:spcAft>
                <a:spcPts val="0"/>
              </a:spcAft>
              <a:buClr>
                <a:schemeClr val="dk1"/>
              </a:buClr>
              <a:buSzPts val="1200"/>
              <a:buChar char="○"/>
              <a:defRPr>
                <a:solidFill>
                  <a:schemeClr val="dk1"/>
                </a:solidFill>
              </a:defRPr>
            </a:lvl8pPr>
            <a:lvl9pPr indent="-304800" lvl="8" marL="4114800">
              <a:spcBef>
                <a:spcPts val="0"/>
              </a:spcBef>
              <a:spcAft>
                <a:spcPts val="0"/>
              </a:spcAft>
              <a:buClr>
                <a:schemeClr val="dk1"/>
              </a:buClr>
              <a:buSzPts val="1200"/>
              <a:buChar char="■"/>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theme" Target="../theme/theme2.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6.xml"/><Relationship Id="rId22" Type="http://schemas.openxmlformats.org/officeDocument/2006/relationships/slideLayout" Target="../slideLayouts/slideLayout58.xml"/><Relationship Id="rId21" Type="http://schemas.openxmlformats.org/officeDocument/2006/relationships/slideLayout" Target="../slideLayouts/slideLayout57.xml"/><Relationship Id="rId24" Type="http://schemas.openxmlformats.org/officeDocument/2006/relationships/theme" Target="../theme/theme3.xml"/><Relationship Id="rId23" Type="http://schemas.openxmlformats.org/officeDocument/2006/relationships/slideLayout" Target="../slideLayouts/slideLayout59.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5" Type="http://schemas.openxmlformats.org/officeDocument/2006/relationships/slideLayout" Target="../slideLayouts/slideLayout51.xml"/><Relationship Id="rId14" Type="http://schemas.openxmlformats.org/officeDocument/2006/relationships/slideLayout" Target="../slideLayouts/slideLayout50.xml"/><Relationship Id="rId17" Type="http://schemas.openxmlformats.org/officeDocument/2006/relationships/slideLayout" Target="../slideLayouts/slideLayout53.xml"/><Relationship Id="rId16" Type="http://schemas.openxmlformats.org/officeDocument/2006/relationships/slideLayout" Target="../slideLayouts/slideLayout52.xml"/><Relationship Id="rId19" Type="http://schemas.openxmlformats.org/officeDocument/2006/relationships/slideLayout" Target="../slideLayouts/slideLayout55.xml"/><Relationship Id="rId18"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8625" y="228600"/>
            <a:ext cx="8682000" cy="5727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9pPr>
          </a:lstStyle>
          <a:p/>
        </p:txBody>
      </p:sp>
      <p:sp>
        <p:nvSpPr>
          <p:cNvPr id="7" name="Google Shape;7;p1"/>
          <p:cNvSpPr txBox="1"/>
          <p:nvPr>
            <p:ph idx="1" type="body"/>
          </p:nvPr>
        </p:nvSpPr>
        <p:spPr>
          <a:xfrm>
            <a:off x="231025" y="1152475"/>
            <a:ext cx="8682000" cy="35337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1pPr>
            <a:lvl2pPr indent="-304800" lvl="1" marL="9144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2pPr>
            <a:lvl3pPr indent="-304800" lvl="2" marL="13716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3pPr>
            <a:lvl4pPr indent="-304800" lvl="3" marL="18288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4pPr>
            <a:lvl5pPr indent="-304800" lvl="4" marL="22860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5pPr>
            <a:lvl6pPr indent="-304800" lvl="5" marL="27432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6pPr>
            <a:lvl7pPr indent="-304800" lvl="6" marL="32004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7pPr>
            <a:lvl8pPr indent="-304800" lvl="7" marL="36576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8pPr>
            <a:lvl9pPr indent="-304800" lvl="8" marL="41148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46962"/>
          </p15:clr>
        </p15:guide>
        <p15:guide id="2" pos="2880">
          <p15:clr>
            <a:srgbClr val="E46962"/>
          </p15:clr>
        </p15:guide>
        <p15:guide id="3" pos="146">
          <p15:clr>
            <a:srgbClr val="E46962"/>
          </p15:clr>
        </p15:guide>
        <p15:guide id="4" pos="216">
          <p15:clr>
            <a:schemeClr val="accent1"/>
          </p15:clr>
        </p15:guide>
        <p15:guide id="5" pos="5614">
          <p15:clr>
            <a:srgbClr val="E46962"/>
          </p15:clr>
        </p15:guide>
        <p15:guide id="6" pos="5544">
          <p15:clr>
            <a:schemeClr val="accent1"/>
          </p15:clr>
        </p15:guide>
        <p15:guide id="7" orient="horz" pos="144">
          <p15:clr>
            <a:srgbClr val="E46962"/>
          </p15:clr>
        </p15:guide>
        <p15:guide id="8" orient="horz" pos="3096">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97" name="Shape 197"/>
        <p:cNvGrpSpPr/>
        <p:nvPr/>
      </p:nvGrpSpPr>
      <p:grpSpPr>
        <a:xfrm>
          <a:off x="0" y="0"/>
          <a:ext cx="0" cy="0"/>
          <a:chOff x="0" y="0"/>
          <a:chExt cx="0" cy="0"/>
        </a:xfrm>
      </p:grpSpPr>
      <p:sp>
        <p:nvSpPr>
          <p:cNvPr id="198" name="Google Shape;198;p38"/>
          <p:cNvSpPr txBox="1"/>
          <p:nvPr>
            <p:ph type="title"/>
          </p:nvPr>
        </p:nvSpPr>
        <p:spPr>
          <a:xfrm>
            <a:off x="228625" y="228600"/>
            <a:ext cx="8682000" cy="5727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1pPr>
            <a:lvl2pPr lvl="1">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2pPr>
            <a:lvl3pPr lvl="2">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3pPr>
            <a:lvl4pPr lvl="3">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4pPr>
            <a:lvl5pPr lvl="4">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5pPr>
            <a:lvl6pPr lvl="5">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6pPr>
            <a:lvl7pPr lvl="6">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7pPr>
            <a:lvl8pPr lvl="7">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8pPr>
            <a:lvl9pPr lvl="8">
              <a:spcBef>
                <a:spcPts val="0"/>
              </a:spcBef>
              <a:spcAft>
                <a:spcPts val="0"/>
              </a:spcAft>
              <a:buClr>
                <a:schemeClr val="dk1"/>
              </a:buClr>
              <a:buSzPts val="2000"/>
              <a:buFont typeface="Plus Jakarta Sans Medium"/>
              <a:buNone/>
              <a:defRPr sz="2000">
                <a:solidFill>
                  <a:schemeClr val="dk1"/>
                </a:solidFill>
                <a:latin typeface="Plus Jakarta Sans Medium"/>
                <a:ea typeface="Plus Jakarta Sans Medium"/>
                <a:cs typeface="Plus Jakarta Sans Medium"/>
                <a:sym typeface="Plus Jakarta Sans Medium"/>
              </a:defRPr>
            </a:lvl9pPr>
          </a:lstStyle>
          <a:p/>
        </p:txBody>
      </p:sp>
      <p:sp>
        <p:nvSpPr>
          <p:cNvPr id="199" name="Google Shape;199;p38"/>
          <p:cNvSpPr txBox="1"/>
          <p:nvPr>
            <p:ph idx="1" type="body"/>
          </p:nvPr>
        </p:nvSpPr>
        <p:spPr>
          <a:xfrm>
            <a:off x="231025" y="1152475"/>
            <a:ext cx="8682000" cy="35337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1pPr>
            <a:lvl2pPr indent="-304800" lvl="1" marL="9144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2pPr>
            <a:lvl3pPr indent="-304800" lvl="2" marL="13716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3pPr>
            <a:lvl4pPr indent="-304800" lvl="3" marL="18288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4pPr>
            <a:lvl5pPr indent="-304800" lvl="4" marL="22860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5pPr>
            <a:lvl6pPr indent="-304800" lvl="5" marL="27432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6pPr>
            <a:lvl7pPr indent="-304800" lvl="6" marL="32004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7pPr>
            <a:lvl8pPr indent="-304800" lvl="7" marL="36576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8pPr>
            <a:lvl9pPr indent="-304800" lvl="8" marL="4114800">
              <a:lnSpc>
                <a:spcPct val="115000"/>
              </a:lnSpc>
              <a:spcBef>
                <a:spcPts val="0"/>
              </a:spcBef>
              <a:spcAft>
                <a:spcPts val="0"/>
              </a:spcAft>
              <a:buClr>
                <a:schemeClr val="dk1"/>
              </a:buClr>
              <a:buSzPts val="1200"/>
              <a:buFont typeface="Plus Jakarta Sans"/>
              <a:buChar char="■"/>
              <a:defRPr sz="1200">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46962"/>
          </p15:clr>
        </p15:guide>
        <p15:guide id="2" pos="2880">
          <p15:clr>
            <a:srgbClr val="E46962"/>
          </p15:clr>
        </p15:guide>
        <p15:guide id="3" pos="146">
          <p15:clr>
            <a:srgbClr val="E46962"/>
          </p15:clr>
        </p15:guide>
        <p15:guide id="4" pos="216">
          <p15:clr>
            <a:schemeClr val="accent1"/>
          </p15:clr>
        </p15:guide>
        <p15:guide id="5" pos="5614">
          <p15:clr>
            <a:srgbClr val="E46962"/>
          </p15:clr>
        </p15:guide>
        <p15:guide id="6" pos="5544">
          <p15:clr>
            <a:schemeClr val="accent1"/>
          </p15:clr>
        </p15:guide>
        <p15:guide id="7" orient="horz" pos="144">
          <p15:clr>
            <a:srgbClr val="E46962"/>
          </p15:clr>
        </p15:guide>
        <p15:guide id="8" orient="horz" pos="309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2.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1.png"/><Relationship Id="rId9" Type="http://schemas.openxmlformats.org/officeDocument/2006/relationships/image" Target="../media/image28.png"/><Relationship Id="rId5" Type="http://schemas.openxmlformats.org/officeDocument/2006/relationships/image" Target="../media/image34.png"/><Relationship Id="rId6" Type="http://schemas.openxmlformats.org/officeDocument/2006/relationships/image" Target="../media/image38.png"/><Relationship Id="rId7" Type="http://schemas.openxmlformats.org/officeDocument/2006/relationships/image" Target="../media/image36.png"/><Relationship Id="rId8" Type="http://schemas.openxmlformats.org/officeDocument/2006/relationships/image" Target="../media/image37.jpg"/><Relationship Id="rId11" Type="http://schemas.openxmlformats.org/officeDocument/2006/relationships/image" Target="../media/image40.png"/><Relationship Id="rId10" Type="http://schemas.openxmlformats.org/officeDocument/2006/relationships/image" Target="../media/image35.png"/><Relationship Id="rId13" Type="http://schemas.openxmlformats.org/officeDocument/2006/relationships/image" Target="../media/image45.jpg"/><Relationship Id="rId12" Type="http://schemas.openxmlformats.org/officeDocument/2006/relationships/image" Target="../media/image42.png"/><Relationship Id="rId14" Type="http://schemas.openxmlformats.org/officeDocument/2006/relationships/image" Target="../media/image3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41.png"/><Relationship Id="rId9" Type="http://schemas.openxmlformats.org/officeDocument/2006/relationships/image" Target="../media/image53.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6.png"/><Relationship Id="rId8" Type="http://schemas.openxmlformats.org/officeDocument/2006/relationships/image" Target="../media/image50.png"/><Relationship Id="rId10"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7.jpg"/><Relationship Id="rId4" Type="http://schemas.openxmlformats.org/officeDocument/2006/relationships/image" Target="../media/image28.png"/><Relationship Id="rId9" Type="http://schemas.openxmlformats.org/officeDocument/2006/relationships/image" Target="../media/image5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1.png"/><Relationship Id="rId8" Type="http://schemas.openxmlformats.org/officeDocument/2006/relationships/image" Target="../media/image56.png"/><Relationship Id="rId10" Type="http://schemas.openxmlformats.org/officeDocument/2006/relationships/image" Target="../media/image5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9.xml"/><Relationship Id="rId3" Type="http://schemas.openxmlformats.org/officeDocument/2006/relationships/image" Target="../media/image68.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60.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62"/>
          <p:cNvSpPr txBox="1"/>
          <p:nvPr/>
        </p:nvSpPr>
        <p:spPr>
          <a:xfrm>
            <a:off x="484950" y="2079150"/>
            <a:ext cx="6400500" cy="492600"/>
          </a:xfrm>
          <a:prstGeom prst="rect">
            <a:avLst/>
          </a:prstGeom>
          <a:noFill/>
          <a:ln>
            <a:noFill/>
          </a:ln>
        </p:spPr>
        <p:txBody>
          <a:bodyPr anchorCtr="0" anchor="t" bIns="45700" lIns="0" spcFirstLastPara="1" rIns="91425" wrap="square" tIns="45700">
            <a:spAutoFit/>
          </a:bodyPr>
          <a:lstStyle/>
          <a:p>
            <a:pPr indent="0" lvl="0" marL="0" rtl="0" algn="l">
              <a:spcBef>
                <a:spcPts val="0"/>
              </a:spcBef>
              <a:spcAft>
                <a:spcPts val="0"/>
              </a:spcAft>
              <a:buClr>
                <a:schemeClr val="dk1"/>
              </a:buClr>
              <a:buFont typeface="Arial"/>
              <a:buNone/>
            </a:pPr>
            <a:r>
              <a:rPr lang="en" sz="2600">
                <a:solidFill>
                  <a:schemeClr val="lt1"/>
                </a:solidFill>
                <a:latin typeface="Plus Jakarta Sans"/>
                <a:ea typeface="Plus Jakarta Sans"/>
                <a:cs typeface="Plus Jakarta Sans"/>
                <a:sym typeface="Plus Jakarta Sans"/>
              </a:rPr>
              <a:t>66degrees</a:t>
            </a:r>
            <a:r>
              <a:rPr lang="en" sz="2600">
                <a:solidFill>
                  <a:schemeClr val="lt1"/>
                </a:solidFill>
                <a:latin typeface="Plus Jakarta Sans"/>
                <a:ea typeface="Plus Jakarta Sans"/>
                <a:cs typeface="Plus Jakarta Sans"/>
                <a:sym typeface="Plus Jakarta Sans"/>
              </a:rPr>
              <a:t> + Frontdoor</a:t>
            </a:r>
            <a:endParaRPr sz="2600">
              <a:solidFill>
                <a:schemeClr val="lt1"/>
              </a:solidFill>
              <a:latin typeface="Plus Jakarta Sans"/>
              <a:ea typeface="Plus Jakarta Sans"/>
              <a:cs typeface="Plus Jakarta Sans"/>
              <a:sym typeface="Plus Jakarta Sans"/>
            </a:endParaRPr>
          </a:p>
        </p:txBody>
      </p:sp>
      <p:sp>
        <p:nvSpPr>
          <p:cNvPr id="331" name="Google Shape;331;p62"/>
          <p:cNvSpPr txBox="1"/>
          <p:nvPr/>
        </p:nvSpPr>
        <p:spPr>
          <a:xfrm>
            <a:off x="484950" y="2987250"/>
            <a:ext cx="6400500" cy="307800"/>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None/>
            </a:pPr>
            <a:r>
              <a:rPr lang="en">
                <a:solidFill>
                  <a:schemeClr val="lt1"/>
                </a:solidFill>
                <a:latin typeface="Plus Jakarta Sans Light"/>
                <a:ea typeface="Plus Jakarta Sans Light"/>
                <a:cs typeface="Plus Jakarta Sans Light"/>
                <a:sym typeface="Plus Jakarta Sans Light"/>
              </a:rPr>
              <a:t>August 12</a:t>
            </a:r>
            <a:r>
              <a:rPr lang="en">
                <a:solidFill>
                  <a:schemeClr val="lt1"/>
                </a:solidFill>
                <a:latin typeface="Plus Jakarta Sans Light"/>
                <a:ea typeface="Plus Jakarta Sans Light"/>
                <a:cs typeface="Plus Jakarta Sans Light"/>
                <a:sym typeface="Plus Jakarta Sans Light"/>
              </a:rPr>
              <a:t>, 2026</a:t>
            </a:r>
            <a:endParaRPr>
              <a:solidFill>
                <a:schemeClr val="lt1"/>
              </a:solidFill>
              <a:latin typeface="Plus Jakarta Sans Light"/>
              <a:ea typeface="Plus Jakarta Sans Light"/>
              <a:cs typeface="Plus Jakarta Sans Light"/>
              <a:sym typeface="Plus Jakarta Sans Light"/>
            </a:endParaRPr>
          </a:p>
        </p:txBody>
      </p:sp>
      <p:sp>
        <p:nvSpPr>
          <p:cNvPr id="332" name="Google Shape;332;p62"/>
          <p:cNvSpPr txBox="1"/>
          <p:nvPr/>
        </p:nvSpPr>
        <p:spPr>
          <a:xfrm>
            <a:off x="484950" y="2594850"/>
            <a:ext cx="6400500" cy="369300"/>
          </a:xfrm>
          <a:prstGeom prst="rect">
            <a:avLst/>
          </a:prstGeom>
          <a:noFill/>
          <a:ln>
            <a:noFill/>
          </a:ln>
        </p:spPr>
        <p:txBody>
          <a:bodyPr anchorCtr="0" anchor="t" bIns="45700" lIns="0" spcFirstLastPara="1" rIns="91425" wrap="square" tIns="45700">
            <a:spAutoFit/>
          </a:bodyPr>
          <a:lstStyle/>
          <a:p>
            <a:pPr indent="0" lvl="0" marL="0" rtl="0" algn="l">
              <a:spcBef>
                <a:spcPts val="0"/>
              </a:spcBef>
              <a:spcAft>
                <a:spcPts val="0"/>
              </a:spcAft>
              <a:buClr>
                <a:schemeClr val="dk1"/>
              </a:buClr>
              <a:buFont typeface="Arial"/>
              <a:buNone/>
            </a:pPr>
            <a:r>
              <a:rPr lang="en" sz="1800">
                <a:solidFill>
                  <a:schemeClr val="lt1"/>
                </a:solidFill>
                <a:latin typeface="Plus Jakarta Sans"/>
                <a:ea typeface="Plus Jakarta Sans"/>
                <a:cs typeface="Plus Jakarta Sans"/>
                <a:sym typeface="Plus Jakarta Sans"/>
              </a:rPr>
              <a:t>Frontdoor PL/SQL Service Based Modernization Kickoff</a:t>
            </a:r>
            <a:endParaRPr sz="18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63"/>
          <p:cNvSpPr txBox="1"/>
          <p:nvPr/>
        </p:nvSpPr>
        <p:spPr>
          <a:xfrm>
            <a:off x="231025" y="1932325"/>
            <a:ext cx="5799000" cy="2765100"/>
          </a:xfrm>
          <a:prstGeom prst="rect">
            <a:avLst/>
          </a:prstGeom>
          <a:solidFill>
            <a:schemeClr val="lt1"/>
          </a:solidFill>
          <a:ln>
            <a:noFill/>
          </a:ln>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Welcome &amp; Project Objectives</a:t>
            </a:r>
            <a:endParaRPr sz="1200">
              <a:solidFill>
                <a:schemeClr val="dk1"/>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Team Introductions</a:t>
            </a:r>
            <a:endParaRPr sz="1200">
              <a:solidFill>
                <a:schemeClr val="dk1"/>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Project Scope &amp; Deliverables</a:t>
            </a:r>
            <a:endParaRPr sz="1200">
              <a:solidFill>
                <a:schemeClr val="dk1"/>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Implementation Approach</a:t>
            </a:r>
            <a:endParaRPr sz="1200">
              <a:solidFill>
                <a:schemeClr val="dk1"/>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Anticipated Risks</a:t>
            </a:r>
            <a:endParaRPr sz="1200">
              <a:solidFill>
                <a:schemeClr val="dk1"/>
              </a:solidFill>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Project Communication </a:t>
            </a:r>
            <a:endParaRPr sz="1200">
              <a:solidFill>
                <a:schemeClr val="dk1"/>
              </a:solidFill>
              <a:highlight>
                <a:srgbClr val="FFFF00"/>
              </a:highlight>
              <a:latin typeface="Plus Jakarta Sans Light"/>
              <a:ea typeface="Plus Jakarta Sans Light"/>
              <a:cs typeface="Plus Jakarta Sans Light"/>
              <a:sym typeface="Plus Jakarta Sans Light"/>
            </a:endParaRPr>
          </a:p>
          <a:p>
            <a:pPr indent="-304800" lvl="0" marL="457200" rtl="0" algn="l">
              <a:lnSpc>
                <a:spcPct val="150000"/>
              </a:lnSpc>
              <a:spcBef>
                <a:spcPts val="0"/>
              </a:spcBef>
              <a:spcAft>
                <a:spcPts val="0"/>
              </a:spcAft>
              <a:buClr>
                <a:schemeClr val="dk1"/>
              </a:buClr>
              <a:buSzPts val="1200"/>
              <a:buFont typeface="Plus Jakarta Sans Light"/>
              <a:buChar char="●"/>
            </a:pPr>
            <a:r>
              <a:rPr lang="en" sz="1200">
                <a:solidFill>
                  <a:schemeClr val="dk1"/>
                </a:solidFill>
                <a:latin typeface="Plus Jakarta Sans Light"/>
                <a:ea typeface="Plus Jakarta Sans Light"/>
                <a:cs typeface="Plus Jakarta Sans Light"/>
                <a:sym typeface="Plus Jakarta Sans Light"/>
              </a:rPr>
              <a:t>Next Steps</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a:p>
            <a:pPr indent="0" lvl="0" marL="0" rtl="0" algn="l">
              <a:lnSpc>
                <a:spcPct val="150000"/>
              </a:lnSpc>
              <a:spcBef>
                <a:spcPts val="0"/>
              </a:spcBef>
              <a:spcAft>
                <a:spcPts val="0"/>
              </a:spcAft>
              <a:buNone/>
            </a:pPr>
            <a:r>
              <a:t/>
            </a:r>
            <a:endParaRPr sz="1200">
              <a:solidFill>
                <a:schemeClr val="dk1"/>
              </a:solidFill>
              <a:latin typeface="Plus Jakarta Sans Light"/>
              <a:ea typeface="Plus Jakarta Sans Light"/>
              <a:cs typeface="Plus Jakarta Sans Light"/>
              <a:sym typeface="Plus Jakarta Sans Light"/>
            </a:endParaRPr>
          </a:p>
        </p:txBody>
      </p:sp>
      <p:sp>
        <p:nvSpPr>
          <p:cNvPr id="338" name="Google Shape;338;p63"/>
          <p:cNvSpPr txBox="1"/>
          <p:nvPr/>
        </p:nvSpPr>
        <p:spPr>
          <a:xfrm>
            <a:off x="231025" y="602050"/>
            <a:ext cx="5429100" cy="461700"/>
          </a:xfrm>
          <a:prstGeom prst="rect">
            <a:avLst/>
          </a:prstGeom>
          <a:noFill/>
          <a:ln>
            <a:noFill/>
          </a:ln>
        </p:spPr>
        <p:txBody>
          <a:bodyPr anchorCtr="0" anchor="ctr" bIns="91425" lIns="91425" spcFirstLastPara="1" rIns="91425" wrap="square" tIns="91425">
            <a:spAutoFit/>
          </a:bodyPr>
          <a:lstStyle/>
          <a:p>
            <a:pPr indent="0" lvl="0" marL="0" rtl="0" algn="l">
              <a:lnSpc>
                <a:spcPct val="90000"/>
              </a:lnSpc>
              <a:spcBef>
                <a:spcPts val="0"/>
              </a:spcBef>
              <a:spcAft>
                <a:spcPts val="0"/>
              </a:spcAft>
              <a:buNone/>
            </a:pPr>
            <a:r>
              <a:rPr lang="en" sz="2000">
                <a:solidFill>
                  <a:schemeClr val="lt1"/>
                </a:solidFill>
                <a:latin typeface="Plus Jakarta Sans Medium"/>
                <a:ea typeface="Plus Jakarta Sans Medium"/>
                <a:cs typeface="Plus Jakarta Sans Medium"/>
                <a:sym typeface="Plus Jakarta Sans Medium"/>
              </a:rPr>
              <a:t>Agenda</a:t>
            </a:r>
            <a:endParaRPr sz="2000">
              <a:solidFill>
                <a:schemeClr val="lt1"/>
              </a:solidFill>
              <a:latin typeface="Plus Jakarta Sans Medium"/>
              <a:ea typeface="Plus Jakarta Sans Medium"/>
              <a:cs typeface="Plus Jakarta Sans Medium"/>
              <a:sym typeface="Plus Jakarta Sans Medium"/>
            </a:endParaRPr>
          </a:p>
        </p:txBody>
      </p:sp>
      <p:pic>
        <p:nvPicPr>
          <p:cNvPr id="339" name="Google Shape;339;p63"/>
          <p:cNvPicPr preferRelativeResize="0"/>
          <p:nvPr/>
        </p:nvPicPr>
        <p:blipFill>
          <a:blip r:embed="rId3">
            <a:alphaModFix amt="8000"/>
          </a:blip>
          <a:stretch>
            <a:fillRect/>
          </a:stretch>
        </p:blipFill>
        <p:spPr>
          <a:xfrm>
            <a:off x="6575641" y="0"/>
            <a:ext cx="2568358" cy="1813801"/>
          </a:xfrm>
          <a:prstGeom prst="rect">
            <a:avLst/>
          </a:prstGeom>
          <a:noFill/>
          <a:ln>
            <a:noFill/>
          </a:ln>
        </p:spPr>
      </p:pic>
      <p:pic>
        <p:nvPicPr>
          <p:cNvPr id="340" name="Google Shape;340;p63"/>
          <p:cNvPicPr preferRelativeResize="0"/>
          <p:nvPr/>
        </p:nvPicPr>
        <p:blipFill>
          <a:blip r:embed="rId4">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grpSp>
        <p:nvGrpSpPr>
          <p:cNvPr id="345" name="Google Shape;345;p64"/>
          <p:cNvGrpSpPr/>
          <p:nvPr/>
        </p:nvGrpSpPr>
        <p:grpSpPr>
          <a:xfrm>
            <a:off x="342900" y="1047750"/>
            <a:ext cx="8458050" cy="3238500"/>
            <a:chOff x="342900" y="1047750"/>
            <a:chExt cx="8458050" cy="3238500"/>
          </a:xfrm>
        </p:grpSpPr>
        <p:sp>
          <p:nvSpPr>
            <p:cNvPr id="346" name="Google Shape;346;p64"/>
            <p:cNvSpPr/>
            <p:nvPr/>
          </p:nvSpPr>
          <p:spPr>
            <a:xfrm>
              <a:off x="342900" y="1047750"/>
              <a:ext cx="2000100" cy="3238500"/>
            </a:xfrm>
            <a:prstGeom prst="roundRect">
              <a:avLst>
                <a:gd fmla="val 38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64"/>
            <p:cNvSpPr/>
            <p:nvPr/>
          </p:nvSpPr>
          <p:spPr>
            <a:xfrm>
              <a:off x="342900" y="1047750"/>
              <a:ext cx="2000100" cy="38100"/>
            </a:xfrm>
            <a:prstGeom prst="roundRect">
              <a:avLst>
                <a:gd fmla="val 50000"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64"/>
            <p:cNvSpPr txBox="1"/>
            <p:nvPr/>
          </p:nvSpPr>
          <p:spPr>
            <a:xfrm>
              <a:off x="342900" y="1047750"/>
              <a:ext cx="20001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 sz="2400">
                  <a:solidFill>
                    <a:srgbClr val="0052CC"/>
                  </a:solidFill>
                  <a:latin typeface="Material Icons"/>
                  <a:ea typeface="Material Icons"/>
                  <a:cs typeface="Material Icons"/>
                  <a:sym typeface="Material Icons"/>
                </a:rPr>
                <a:t>settings_suggest</a:t>
              </a:r>
              <a:endParaRPr sz="2400">
                <a:solidFill>
                  <a:srgbClr val="0052CC"/>
                </a:solidFill>
                <a:latin typeface="Material Icons"/>
                <a:ea typeface="Material Icons"/>
                <a:cs typeface="Material Icons"/>
                <a:sym typeface="Material Icons"/>
              </a:endParaRPr>
            </a:p>
            <a:p>
              <a:pPr indent="0" lvl="0" marL="0" rtl="0" algn="l">
                <a:spcBef>
                  <a:spcPts val="1125"/>
                </a:spcBef>
                <a:spcAft>
                  <a:spcPts val="0"/>
                </a:spcAft>
                <a:buNone/>
              </a:pPr>
              <a:r>
                <a:rPr b="1" lang="en">
                  <a:solidFill>
                    <a:srgbClr val="040A1B"/>
                  </a:solidFill>
                  <a:latin typeface="Plus Jakarta Sans"/>
                  <a:ea typeface="Plus Jakarta Sans"/>
                  <a:cs typeface="Plus Jakarta Sans"/>
                  <a:sym typeface="Plus Jakarta Sans"/>
                </a:rPr>
                <a:t>Business </a:t>
              </a:r>
              <a:r>
                <a:rPr b="1" lang="en" sz="1400">
                  <a:solidFill>
                    <a:srgbClr val="040A1B"/>
                  </a:solidFill>
                  <a:latin typeface="Plus Jakarta Sans"/>
                  <a:ea typeface="Plus Jakarta Sans"/>
                  <a:cs typeface="Plus Jakarta Sans"/>
                  <a:sym typeface="Plus Jakarta Sans"/>
                </a:rPr>
                <a:t>Logic Modernization</a:t>
              </a:r>
              <a:endParaRPr b="1" sz="1400">
                <a:solidFill>
                  <a:srgbClr val="040A1B"/>
                </a:solidFill>
                <a:latin typeface="Plus Jakarta Sans"/>
                <a:ea typeface="Plus Jakarta Sans"/>
                <a:cs typeface="Plus Jakarta Sans"/>
                <a:sym typeface="Plus Jakarta Sans"/>
              </a:endParaRPr>
            </a:p>
            <a:p>
              <a:pPr indent="0" lvl="0" marL="0" rtl="0" algn="l">
                <a:spcBef>
                  <a:spcPts val="750"/>
                </a:spcBef>
                <a:spcAft>
                  <a:spcPts val="0"/>
                </a:spcAft>
                <a:buNone/>
              </a:pPr>
              <a:r>
                <a:rPr b="0" lang="en" sz="1050">
                  <a:solidFill>
                    <a:srgbClr val="4A5568"/>
                  </a:solidFill>
                  <a:latin typeface="Plus Jakarta Sans"/>
                  <a:ea typeface="Plus Jakarta Sans"/>
                  <a:cs typeface="Plus Jakarta Sans"/>
                  <a:sym typeface="Plus Jakarta Sans"/>
                </a:rPr>
                <a:t>Translate and rewrite 133 legacy PL/SQL database objects into decoupled, independent .NET microservices</a:t>
              </a:r>
              <a:r>
                <a:rPr lang="en" sz="1050">
                  <a:solidFill>
                    <a:srgbClr val="4A5568"/>
                  </a:solidFill>
                  <a:latin typeface="Plus Jakarta Sans"/>
                  <a:ea typeface="Plus Jakarta Sans"/>
                  <a:cs typeface="Plus Jakarta Sans"/>
                  <a:sym typeface="Plus Jakarta Sans"/>
                </a:rPr>
                <a:t> to provide "equivalent functionality".</a:t>
              </a:r>
              <a:endParaRPr b="0" sz="1050">
                <a:solidFill>
                  <a:srgbClr val="4A5568"/>
                </a:solidFill>
                <a:latin typeface="Plus Jakarta Sans"/>
                <a:ea typeface="Plus Jakarta Sans"/>
                <a:cs typeface="Plus Jakarta Sans"/>
                <a:sym typeface="Plus Jakarta Sans"/>
              </a:endParaRPr>
            </a:p>
          </p:txBody>
        </p:sp>
        <p:sp>
          <p:nvSpPr>
            <p:cNvPr id="349" name="Google Shape;349;p64"/>
            <p:cNvSpPr/>
            <p:nvPr/>
          </p:nvSpPr>
          <p:spPr>
            <a:xfrm>
              <a:off x="2495550" y="1047750"/>
              <a:ext cx="2000100" cy="3238500"/>
            </a:xfrm>
            <a:prstGeom prst="roundRect">
              <a:avLst>
                <a:gd fmla="val 38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0" name="Google Shape;350;p64"/>
            <p:cNvSpPr/>
            <p:nvPr/>
          </p:nvSpPr>
          <p:spPr>
            <a:xfrm>
              <a:off x="2495550" y="1047750"/>
              <a:ext cx="2000100" cy="38100"/>
            </a:xfrm>
            <a:prstGeom prst="roundRect">
              <a:avLst>
                <a:gd fmla="val 50000"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1" name="Google Shape;351;p64"/>
            <p:cNvSpPr txBox="1"/>
            <p:nvPr/>
          </p:nvSpPr>
          <p:spPr>
            <a:xfrm>
              <a:off x="2495550" y="1047750"/>
              <a:ext cx="20001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 sz="2400">
                  <a:solidFill>
                    <a:srgbClr val="0052CC"/>
                  </a:solidFill>
                  <a:latin typeface="Material Icons"/>
                  <a:ea typeface="Material Icons"/>
                  <a:cs typeface="Material Icons"/>
                  <a:sym typeface="Material Icons"/>
                </a:rPr>
                <a:t>layers</a:t>
              </a:r>
              <a:endParaRPr sz="2400">
                <a:solidFill>
                  <a:srgbClr val="0052CC"/>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040A1B"/>
                  </a:solidFill>
                  <a:latin typeface="Plus Jakarta Sans"/>
                  <a:ea typeface="Plus Jakarta Sans"/>
                  <a:cs typeface="Plus Jakarta Sans"/>
                  <a:sym typeface="Plus Jakarta Sans"/>
                </a:rPr>
                <a:t>Establish Proxy Layer</a:t>
              </a:r>
              <a:endParaRPr b="1" sz="1400">
                <a:solidFill>
                  <a:srgbClr val="040A1B"/>
                </a:solidFill>
                <a:latin typeface="Plus Jakarta Sans"/>
                <a:ea typeface="Plus Jakarta Sans"/>
                <a:cs typeface="Plus Jakarta Sans"/>
                <a:sym typeface="Plus Jakarta Sans"/>
              </a:endParaRPr>
            </a:p>
            <a:p>
              <a:pPr indent="0" lvl="0" marL="0" rtl="0" algn="l">
                <a:spcBef>
                  <a:spcPts val="750"/>
                </a:spcBef>
                <a:spcAft>
                  <a:spcPts val="0"/>
                </a:spcAft>
                <a:buNone/>
              </a:pPr>
              <a:r>
                <a:rPr b="0" lang="en" sz="1050">
                  <a:solidFill>
                    <a:srgbClr val="4A5568"/>
                  </a:solidFill>
                  <a:latin typeface="Plus Jakarta Sans"/>
                  <a:ea typeface="Plus Jakarta Sans"/>
                  <a:cs typeface="Plus Jakarta Sans"/>
                  <a:sym typeface="Plus Jakarta Sans"/>
                </a:rPr>
                <a:t>Design and deliver a containerized microservice proxy layer to manage application communication while retaining the core legacy database.</a:t>
              </a:r>
              <a:endParaRPr b="0" sz="1050">
                <a:solidFill>
                  <a:srgbClr val="4A5568"/>
                </a:solidFill>
                <a:latin typeface="Plus Jakarta Sans"/>
                <a:ea typeface="Plus Jakarta Sans"/>
                <a:cs typeface="Plus Jakarta Sans"/>
                <a:sym typeface="Plus Jakarta Sans"/>
              </a:endParaRPr>
            </a:p>
          </p:txBody>
        </p:sp>
        <p:sp>
          <p:nvSpPr>
            <p:cNvPr id="352" name="Google Shape;352;p64"/>
            <p:cNvSpPr/>
            <p:nvPr/>
          </p:nvSpPr>
          <p:spPr>
            <a:xfrm>
              <a:off x="4648200" y="1047750"/>
              <a:ext cx="2000100" cy="3238500"/>
            </a:xfrm>
            <a:prstGeom prst="roundRect">
              <a:avLst>
                <a:gd fmla="val 38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3" name="Google Shape;353;p64"/>
            <p:cNvSpPr/>
            <p:nvPr/>
          </p:nvSpPr>
          <p:spPr>
            <a:xfrm>
              <a:off x="4648200" y="1047750"/>
              <a:ext cx="2000100" cy="38100"/>
            </a:xfrm>
            <a:prstGeom prst="roundRect">
              <a:avLst>
                <a:gd fmla="val 50000"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64"/>
            <p:cNvSpPr txBox="1"/>
            <p:nvPr/>
          </p:nvSpPr>
          <p:spPr>
            <a:xfrm>
              <a:off x="4648200" y="1047750"/>
              <a:ext cx="20001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 sz="2400">
                  <a:solidFill>
                    <a:srgbClr val="0052CC"/>
                  </a:solidFill>
                  <a:latin typeface="Material Icons"/>
                  <a:ea typeface="Material Icons"/>
                  <a:cs typeface="Material Icons"/>
                  <a:sym typeface="Material Icons"/>
                </a:rPr>
                <a:t>cloud_queue</a:t>
              </a:r>
              <a:endParaRPr sz="2400">
                <a:solidFill>
                  <a:srgbClr val="0052CC"/>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040A1B"/>
                  </a:solidFill>
                  <a:latin typeface="Plus Jakarta Sans"/>
                  <a:ea typeface="Plus Jakarta Sans"/>
                  <a:cs typeface="Plus Jakarta Sans"/>
                  <a:sym typeface="Plus Jakarta Sans"/>
                </a:rPr>
                <a:t>Cloud-Native Adaptation</a:t>
              </a:r>
              <a:endParaRPr b="1" sz="1400">
                <a:solidFill>
                  <a:srgbClr val="040A1B"/>
                </a:solidFill>
                <a:latin typeface="Plus Jakarta Sans"/>
                <a:ea typeface="Plus Jakarta Sans"/>
                <a:cs typeface="Plus Jakarta Sans"/>
                <a:sym typeface="Plus Jakarta Sans"/>
              </a:endParaRPr>
            </a:p>
            <a:p>
              <a:pPr indent="0" lvl="0" marL="0" rtl="0" algn="l">
                <a:spcBef>
                  <a:spcPts val="750"/>
                </a:spcBef>
                <a:spcAft>
                  <a:spcPts val="0"/>
                </a:spcAft>
                <a:buNone/>
              </a:pPr>
              <a:r>
                <a:rPr b="0" lang="en" sz="1050">
                  <a:solidFill>
                    <a:srgbClr val="4A5568"/>
                  </a:solidFill>
                  <a:latin typeface="Plus Jakarta Sans"/>
                  <a:ea typeface="Plus Jakarta Sans"/>
                  <a:cs typeface="Plus Jakarta Sans"/>
                  <a:sym typeface="Plus Jakarta Sans"/>
                </a:rPr>
                <a:t>Re-tier legacy, built-in Oracle database mechanisms into cloud-native AWS integration primitives (e.g., S3, SES, KMS).</a:t>
              </a:r>
              <a:endParaRPr b="0" sz="1050">
                <a:solidFill>
                  <a:srgbClr val="4A5568"/>
                </a:solidFill>
                <a:latin typeface="Plus Jakarta Sans"/>
                <a:ea typeface="Plus Jakarta Sans"/>
                <a:cs typeface="Plus Jakarta Sans"/>
                <a:sym typeface="Plus Jakarta Sans"/>
              </a:endParaRPr>
            </a:p>
          </p:txBody>
        </p:sp>
        <p:sp>
          <p:nvSpPr>
            <p:cNvPr id="355" name="Google Shape;355;p64"/>
            <p:cNvSpPr/>
            <p:nvPr/>
          </p:nvSpPr>
          <p:spPr>
            <a:xfrm>
              <a:off x="6800850" y="1047750"/>
              <a:ext cx="2000100" cy="3238500"/>
            </a:xfrm>
            <a:prstGeom prst="roundRect">
              <a:avLst>
                <a:gd fmla="val 3809"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64"/>
            <p:cNvSpPr/>
            <p:nvPr/>
          </p:nvSpPr>
          <p:spPr>
            <a:xfrm>
              <a:off x="6800850" y="1047750"/>
              <a:ext cx="2000100" cy="38100"/>
            </a:xfrm>
            <a:prstGeom prst="roundRect">
              <a:avLst>
                <a:gd fmla="val 50000" name="adj"/>
              </a:avLst>
            </a:prstGeom>
            <a:solidFill>
              <a:srgbClr val="0052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64"/>
            <p:cNvSpPr txBox="1"/>
            <p:nvPr/>
          </p:nvSpPr>
          <p:spPr>
            <a:xfrm>
              <a:off x="6800850" y="1047750"/>
              <a:ext cx="2000100" cy="32385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lang="en" sz="2400">
                  <a:solidFill>
                    <a:srgbClr val="0052CC"/>
                  </a:solidFill>
                  <a:latin typeface="Material Icons"/>
                  <a:ea typeface="Material Icons"/>
                  <a:cs typeface="Material Icons"/>
                  <a:sym typeface="Material Icons"/>
                </a:rPr>
                <a:t>language</a:t>
              </a:r>
              <a:endParaRPr sz="2400">
                <a:solidFill>
                  <a:srgbClr val="0052CC"/>
                </a:solidFill>
                <a:latin typeface="Material Icons"/>
                <a:ea typeface="Material Icons"/>
                <a:cs typeface="Material Icons"/>
                <a:sym typeface="Material Icons"/>
              </a:endParaRPr>
            </a:p>
            <a:p>
              <a:pPr indent="0" lvl="0" marL="0" rtl="0" algn="l">
                <a:spcBef>
                  <a:spcPts val="1125"/>
                </a:spcBef>
                <a:spcAft>
                  <a:spcPts val="0"/>
                </a:spcAft>
                <a:buNone/>
              </a:pPr>
              <a:r>
                <a:rPr b="1" lang="en" sz="1400">
                  <a:solidFill>
                    <a:srgbClr val="040A1B"/>
                  </a:solidFill>
                  <a:latin typeface="Plus Jakarta Sans"/>
                  <a:ea typeface="Plus Jakarta Sans"/>
                  <a:cs typeface="Plus Jakarta Sans"/>
                  <a:sym typeface="Plus Jakarta Sans"/>
                </a:rPr>
                <a:t>Multi-Region Resiliency</a:t>
              </a:r>
              <a:endParaRPr b="1" sz="1400">
                <a:solidFill>
                  <a:srgbClr val="040A1B"/>
                </a:solidFill>
                <a:latin typeface="Plus Jakarta Sans"/>
                <a:ea typeface="Plus Jakarta Sans"/>
                <a:cs typeface="Plus Jakarta Sans"/>
                <a:sym typeface="Plus Jakarta Sans"/>
              </a:endParaRPr>
            </a:p>
            <a:p>
              <a:pPr indent="0" lvl="0" marL="0" rtl="0" algn="l">
                <a:spcBef>
                  <a:spcPts val="750"/>
                </a:spcBef>
                <a:spcAft>
                  <a:spcPts val="0"/>
                </a:spcAft>
                <a:buNone/>
              </a:pPr>
              <a:r>
                <a:rPr b="0" lang="en" sz="1050">
                  <a:solidFill>
                    <a:srgbClr val="4A5568"/>
                  </a:solidFill>
                  <a:latin typeface="Plus Jakarta Sans"/>
                  <a:ea typeface="Plus Jakarta Sans"/>
                  <a:cs typeface="Plus Jakarta Sans"/>
                  <a:sym typeface="Plus Jakarta Sans"/>
                </a:rPr>
                <a:t>Roll out 18 domain-aligned microservices and 6 shared NuGet libraries  to support Frontdoor’s resilience vision.</a:t>
              </a:r>
              <a:endParaRPr b="0" sz="1050">
                <a:solidFill>
                  <a:srgbClr val="4A5568"/>
                </a:solidFill>
                <a:latin typeface="Plus Jakarta Sans"/>
                <a:ea typeface="Plus Jakarta Sans"/>
                <a:cs typeface="Plus Jakarta Sans"/>
                <a:sym typeface="Plus Jakarta Sans"/>
              </a:endParaRPr>
            </a:p>
          </p:txBody>
        </p:sp>
      </p:grpSp>
      <p:sp>
        <p:nvSpPr>
          <p:cNvPr id="358" name="Google Shape;358;p64"/>
          <p:cNvSpPr txBox="1"/>
          <p:nvPr>
            <p:ph type="title"/>
          </p:nvPr>
        </p:nvSpPr>
        <p:spPr>
          <a:xfrm>
            <a:off x="231025" y="228600"/>
            <a:ext cx="86820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Project Objectives</a:t>
            </a:r>
            <a:endParaRPr/>
          </a:p>
        </p:txBody>
      </p:sp>
      <p:pic>
        <p:nvPicPr>
          <p:cNvPr id="359" name="Google Shape;359;p64"/>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65"/>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Team Introductions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6"/>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370" name="Google Shape;370;p66"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
        <p:nvSpPr>
          <p:cNvPr id="371" name="Google Shape;371;p66"/>
          <p:cNvSpPr txBox="1"/>
          <p:nvPr>
            <p:ph type="title"/>
          </p:nvPr>
        </p:nvSpPr>
        <p:spPr>
          <a:xfrm>
            <a:off x="231025" y="228600"/>
            <a:ext cx="86820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66degrees</a:t>
            </a:r>
            <a:r>
              <a:rPr lang="en"/>
              <a:t> </a:t>
            </a:r>
            <a:r>
              <a:rPr lang="en"/>
              <a:t>Team</a:t>
            </a:r>
            <a:endParaRPr>
              <a:solidFill>
                <a:srgbClr val="FF0000"/>
              </a:solidFill>
            </a:endParaRPr>
          </a:p>
        </p:txBody>
      </p:sp>
      <p:grpSp>
        <p:nvGrpSpPr>
          <p:cNvPr id="372" name="Google Shape;372;p66"/>
          <p:cNvGrpSpPr/>
          <p:nvPr/>
        </p:nvGrpSpPr>
        <p:grpSpPr>
          <a:xfrm>
            <a:off x="762000" y="904875"/>
            <a:ext cx="7620000" cy="3619425"/>
            <a:chOff x="762000" y="904875"/>
            <a:chExt cx="7620000" cy="3619425"/>
          </a:xfrm>
        </p:grpSpPr>
        <p:grpSp>
          <p:nvGrpSpPr>
            <p:cNvPr id="373" name="Google Shape;373;p66"/>
            <p:cNvGrpSpPr/>
            <p:nvPr/>
          </p:nvGrpSpPr>
          <p:grpSpPr>
            <a:xfrm>
              <a:off x="762000" y="904875"/>
              <a:ext cx="1143000" cy="1714425"/>
              <a:chOff x="0" y="0"/>
              <a:chExt cx="1143000" cy="1714425"/>
            </a:xfrm>
          </p:grpSpPr>
          <p:pic>
            <p:nvPicPr>
              <p:cNvPr id="374" name="Google Shape;374;p66"/>
              <p:cNvPicPr preferRelativeResize="0"/>
              <p:nvPr/>
            </p:nvPicPr>
            <p:blipFill rotWithShape="1">
              <a:blip r:embed="rId4">
                <a:alphaModFix/>
              </a:blip>
              <a:srcRect b="0" l="0" r="0" t="0"/>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375" name="Google Shape;375;p66"/>
              <p:cNvSpPr txBox="1"/>
              <p:nvPr/>
            </p:nvSpPr>
            <p:spPr>
              <a:xfrm>
                <a:off x="0" y="1190625"/>
                <a:ext cx="11430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Paulo Masis</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Director of Engineering</a:t>
                </a:r>
                <a:endParaRPr b="0" sz="900">
                  <a:solidFill>
                    <a:srgbClr val="4A5568"/>
                  </a:solidFill>
                  <a:latin typeface="Plus Jakarta Sans Light"/>
                  <a:ea typeface="Plus Jakarta Sans Light"/>
                  <a:cs typeface="Plus Jakarta Sans Light"/>
                  <a:sym typeface="Plus Jakarta Sans Light"/>
                </a:endParaRPr>
              </a:p>
            </p:txBody>
          </p:sp>
        </p:grpSp>
        <p:grpSp>
          <p:nvGrpSpPr>
            <p:cNvPr id="376" name="Google Shape;376;p66"/>
            <p:cNvGrpSpPr/>
            <p:nvPr/>
          </p:nvGrpSpPr>
          <p:grpSpPr>
            <a:xfrm>
              <a:off x="2381250" y="904875"/>
              <a:ext cx="1143000" cy="1714425"/>
              <a:chOff x="0" y="0"/>
              <a:chExt cx="1143000" cy="1714425"/>
            </a:xfrm>
          </p:grpSpPr>
          <p:pic>
            <p:nvPicPr>
              <p:cNvPr id="377" name="Google Shape;377;p66"/>
              <p:cNvPicPr preferRelativeResize="0"/>
              <p:nvPr/>
            </p:nvPicPr>
            <p:blipFill rotWithShape="1">
              <a:blip r:embed="rId5">
                <a:alphaModFix/>
              </a:blip>
              <a:srcRect b="0" l="0" r="0" t="0"/>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378" name="Google Shape;378;p66"/>
              <p:cNvSpPr txBox="1"/>
              <p:nvPr/>
            </p:nvSpPr>
            <p:spPr>
              <a:xfrm>
                <a:off x="0" y="1190625"/>
                <a:ext cx="1143000" cy="523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Alexandre Little</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App Dev Architect</a:t>
                </a:r>
                <a:endParaRPr b="0" sz="900">
                  <a:solidFill>
                    <a:srgbClr val="4A5568"/>
                  </a:solidFill>
                  <a:latin typeface="Plus Jakarta Sans Light"/>
                  <a:ea typeface="Plus Jakarta Sans Light"/>
                  <a:cs typeface="Plus Jakarta Sans Light"/>
                  <a:sym typeface="Plus Jakarta Sans Light"/>
                </a:endParaRPr>
              </a:p>
            </p:txBody>
          </p:sp>
        </p:grpSp>
        <p:grpSp>
          <p:nvGrpSpPr>
            <p:cNvPr id="379" name="Google Shape;379;p66"/>
            <p:cNvGrpSpPr/>
            <p:nvPr/>
          </p:nvGrpSpPr>
          <p:grpSpPr>
            <a:xfrm>
              <a:off x="4000500" y="904875"/>
              <a:ext cx="1143000" cy="1714425"/>
              <a:chOff x="0" y="0"/>
              <a:chExt cx="1143000" cy="1714425"/>
            </a:xfrm>
          </p:grpSpPr>
          <p:pic>
            <p:nvPicPr>
              <p:cNvPr id="380" name="Google Shape;380;p66"/>
              <p:cNvPicPr preferRelativeResize="0"/>
              <p:nvPr/>
            </p:nvPicPr>
            <p:blipFill rotWithShape="1">
              <a:blip r:embed="rId6">
                <a:alphaModFix/>
              </a:blip>
              <a:srcRect b="0" l="0" r="0" t="0"/>
              <a:stretch/>
            </p:blipFill>
            <p:spPr>
              <a:xfrm>
                <a:off x="0" y="0"/>
                <a:ext cx="1143000" cy="1143000"/>
              </a:xfrm>
              <a:prstGeom prst="roundRect">
                <a:avLst>
                  <a:gd fmla="val 16667" name="adj"/>
                </a:avLst>
              </a:prstGeom>
              <a:noFill/>
              <a:ln cap="flat" cmpd="sng" w="9525">
                <a:solidFill>
                  <a:schemeClr val="dk1"/>
                </a:solidFill>
                <a:prstDash val="solid"/>
                <a:round/>
                <a:headEnd len="sm" w="sm" type="none"/>
                <a:tailEnd len="sm" w="sm" type="none"/>
              </a:ln>
            </p:spPr>
          </p:pic>
          <p:sp>
            <p:nvSpPr>
              <p:cNvPr id="381" name="Google Shape;381;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Heather Tole</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Client Partner</a:t>
                </a:r>
                <a:endParaRPr b="1" sz="900">
                  <a:solidFill>
                    <a:srgbClr val="040A1B"/>
                  </a:solidFill>
                  <a:latin typeface="Plus Jakarta Sans"/>
                  <a:ea typeface="Plus Jakarta Sans"/>
                  <a:cs typeface="Plus Jakarta Sans"/>
                  <a:sym typeface="Plus Jakarta Sans"/>
                </a:endParaRPr>
              </a:p>
            </p:txBody>
          </p:sp>
        </p:grpSp>
        <p:grpSp>
          <p:nvGrpSpPr>
            <p:cNvPr id="382" name="Google Shape;382;p66"/>
            <p:cNvGrpSpPr/>
            <p:nvPr/>
          </p:nvGrpSpPr>
          <p:grpSpPr>
            <a:xfrm>
              <a:off x="5619750" y="2809875"/>
              <a:ext cx="1143000" cy="1714425"/>
              <a:chOff x="0" y="0"/>
              <a:chExt cx="1143000" cy="1714425"/>
            </a:xfrm>
          </p:grpSpPr>
          <p:pic>
            <p:nvPicPr>
              <p:cNvPr id="383" name="Google Shape;383;p66"/>
              <p:cNvPicPr preferRelativeResize="0"/>
              <p:nvPr/>
            </p:nvPicPr>
            <p:blipFill rotWithShape="1">
              <a:blip r:embed="rId7">
                <a:alphaModFix/>
              </a:blip>
              <a:srcRect b="0" l="0" r="0" t="0"/>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384" name="Google Shape;384;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Jackie Scherer</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Delivery Manager</a:t>
                </a:r>
                <a:endParaRPr b="1" sz="900">
                  <a:solidFill>
                    <a:srgbClr val="040A1B"/>
                  </a:solidFill>
                  <a:latin typeface="Plus Jakarta Sans"/>
                  <a:ea typeface="Plus Jakarta Sans"/>
                  <a:cs typeface="Plus Jakarta Sans"/>
                  <a:sym typeface="Plus Jakarta Sans"/>
                </a:endParaRPr>
              </a:p>
            </p:txBody>
          </p:sp>
        </p:grpSp>
        <p:grpSp>
          <p:nvGrpSpPr>
            <p:cNvPr id="385" name="Google Shape;385;p66"/>
            <p:cNvGrpSpPr/>
            <p:nvPr/>
          </p:nvGrpSpPr>
          <p:grpSpPr>
            <a:xfrm>
              <a:off x="7239000" y="2809875"/>
              <a:ext cx="1143000" cy="1714425"/>
              <a:chOff x="0" y="0"/>
              <a:chExt cx="1143000" cy="1714425"/>
            </a:xfrm>
          </p:grpSpPr>
          <p:pic>
            <p:nvPicPr>
              <p:cNvPr id="386" name="Google Shape;386;p66"/>
              <p:cNvPicPr preferRelativeResize="0"/>
              <p:nvPr/>
            </p:nvPicPr>
            <p:blipFill rotWithShape="1">
              <a:blip r:embed="rId8">
                <a:alphaModFix/>
              </a:blip>
              <a:srcRect b="11168" l="0" r="0" t="11168"/>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387" name="Google Shape;387;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Amit Athalye</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Delivery Manager</a:t>
                </a:r>
                <a:endParaRPr b="1" sz="900">
                  <a:solidFill>
                    <a:srgbClr val="040A1B"/>
                  </a:solidFill>
                  <a:latin typeface="Plus Jakarta Sans"/>
                  <a:ea typeface="Plus Jakarta Sans"/>
                  <a:cs typeface="Plus Jakarta Sans"/>
                  <a:sym typeface="Plus Jakarta Sans"/>
                </a:endParaRPr>
              </a:p>
            </p:txBody>
          </p:sp>
        </p:grpSp>
      </p:grpSp>
      <p:pic>
        <p:nvPicPr>
          <p:cNvPr id="388" name="Google Shape;388;p66"/>
          <p:cNvPicPr preferRelativeResize="0"/>
          <p:nvPr/>
        </p:nvPicPr>
        <p:blipFill>
          <a:blip r:embed="rId9">
            <a:alphaModFix/>
          </a:blip>
          <a:stretch>
            <a:fillRect/>
          </a:stretch>
        </p:blipFill>
        <p:spPr>
          <a:xfrm>
            <a:off x="7886700" y="4689225"/>
            <a:ext cx="914400" cy="451350"/>
          </a:xfrm>
          <a:prstGeom prst="rect">
            <a:avLst/>
          </a:prstGeom>
          <a:noFill/>
          <a:ln>
            <a:noFill/>
          </a:ln>
        </p:spPr>
      </p:pic>
      <p:grpSp>
        <p:nvGrpSpPr>
          <p:cNvPr id="389" name="Google Shape;389;p66"/>
          <p:cNvGrpSpPr/>
          <p:nvPr/>
        </p:nvGrpSpPr>
        <p:grpSpPr>
          <a:xfrm>
            <a:off x="762000" y="2809875"/>
            <a:ext cx="1143000" cy="1714425"/>
            <a:chOff x="0" y="0"/>
            <a:chExt cx="1143000" cy="1714425"/>
          </a:xfrm>
        </p:grpSpPr>
        <p:pic>
          <p:nvPicPr>
            <p:cNvPr id="390" name="Google Shape;390;p66"/>
            <p:cNvPicPr preferRelativeResize="0"/>
            <p:nvPr/>
          </p:nvPicPr>
          <p:blipFill rotWithShape="1">
            <a:blip r:embed="rId10">
              <a:alphaModFix/>
            </a:blip>
            <a:srcRect b="0" l="0" r="0" t="0"/>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391" name="Google Shape;391;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Surya Manduri</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App Dev Architect</a:t>
              </a:r>
              <a:endParaRPr b="1" sz="900">
                <a:solidFill>
                  <a:srgbClr val="040A1B"/>
                </a:solidFill>
                <a:latin typeface="Plus Jakarta Sans"/>
                <a:ea typeface="Plus Jakarta Sans"/>
                <a:cs typeface="Plus Jakarta Sans"/>
                <a:sym typeface="Plus Jakarta Sans"/>
              </a:endParaRPr>
            </a:p>
          </p:txBody>
        </p:sp>
      </p:grpSp>
      <p:grpSp>
        <p:nvGrpSpPr>
          <p:cNvPr id="392" name="Google Shape;392;p66"/>
          <p:cNvGrpSpPr/>
          <p:nvPr/>
        </p:nvGrpSpPr>
        <p:grpSpPr>
          <a:xfrm>
            <a:off x="2381250" y="2809875"/>
            <a:ext cx="1143000" cy="1714425"/>
            <a:chOff x="0" y="0"/>
            <a:chExt cx="1143000" cy="1714425"/>
          </a:xfrm>
        </p:grpSpPr>
        <p:pic>
          <p:nvPicPr>
            <p:cNvPr id="393" name="Google Shape;393;p66"/>
            <p:cNvPicPr preferRelativeResize="0"/>
            <p:nvPr/>
          </p:nvPicPr>
          <p:blipFill rotWithShape="1">
            <a:blip r:embed="rId11">
              <a:alphaModFix/>
            </a:blip>
            <a:srcRect b="0" l="0" r="0" t="0"/>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394" name="Google Shape;394;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Arunakumara YB</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App Dev Architect</a:t>
              </a:r>
              <a:endParaRPr b="1" sz="900">
                <a:solidFill>
                  <a:srgbClr val="040A1B"/>
                </a:solidFill>
                <a:latin typeface="Plus Jakarta Sans"/>
                <a:ea typeface="Plus Jakarta Sans"/>
                <a:cs typeface="Plus Jakarta Sans"/>
                <a:sym typeface="Plus Jakarta Sans"/>
              </a:endParaRPr>
            </a:p>
          </p:txBody>
        </p:sp>
      </p:grpSp>
      <p:grpSp>
        <p:nvGrpSpPr>
          <p:cNvPr id="395" name="Google Shape;395;p66"/>
          <p:cNvGrpSpPr/>
          <p:nvPr/>
        </p:nvGrpSpPr>
        <p:grpSpPr>
          <a:xfrm>
            <a:off x="4000500" y="2809875"/>
            <a:ext cx="1143000" cy="1714425"/>
            <a:chOff x="0" y="0"/>
            <a:chExt cx="1143000" cy="1714425"/>
          </a:xfrm>
        </p:grpSpPr>
        <p:pic>
          <p:nvPicPr>
            <p:cNvPr id="396" name="Google Shape;396;p66"/>
            <p:cNvPicPr preferRelativeResize="0"/>
            <p:nvPr/>
          </p:nvPicPr>
          <p:blipFill rotWithShape="1">
            <a:blip r:embed="rId12">
              <a:alphaModFix/>
            </a:blip>
            <a:srcRect b="0" l="0" r="0" t="0"/>
            <a:stretch/>
          </p:blipFill>
          <p:spPr>
            <a:xfrm>
              <a:off x="0" y="0"/>
              <a:ext cx="1143000" cy="1143000"/>
            </a:xfrm>
            <a:prstGeom prst="roundRect">
              <a:avLst>
                <a:gd fmla="val 16667" name="adj"/>
              </a:avLst>
            </a:prstGeom>
            <a:noFill/>
            <a:ln cap="flat" cmpd="sng" w="9525">
              <a:solidFill>
                <a:schemeClr val="dk1"/>
              </a:solidFill>
              <a:prstDash val="solid"/>
              <a:round/>
              <a:headEnd len="sm" w="sm" type="none"/>
              <a:tailEnd len="sm" w="sm" type="none"/>
            </a:ln>
          </p:spPr>
        </p:pic>
        <p:sp>
          <p:nvSpPr>
            <p:cNvPr id="397" name="Google Shape;397;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Nicholas Brandon</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Cloud Architect</a:t>
              </a:r>
              <a:endParaRPr b="1" sz="900">
                <a:solidFill>
                  <a:srgbClr val="040A1B"/>
                </a:solidFill>
                <a:latin typeface="Plus Jakarta Sans"/>
                <a:ea typeface="Plus Jakarta Sans"/>
                <a:cs typeface="Plus Jakarta Sans"/>
                <a:sym typeface="Plus Jakarta Sans"/>
              </a:endParaRPr>
            </a:p>
          </p:txBody>
        </p:sp>
      </p:grpSp>
      <p:grpSp>
        <p:nvGrpSpPr>
          <p:cNvPr id="398" name="Google Shape;398;p66"/>
          <p:cNvGrpSpPr/>
          <p:nvPr/>
        </p:nvGrpSpPr>
        <p:grpSpPr>
          <a:xfrm>
            <a:off x="5619750" y="904875"/>
            <a:ext cx="1143000" cy="1714425"/>
            <a:chOff x="0" y="0"/>
            <a:chExt cx="1143000" cy="1714425"/>
          </a:xfrm>
        </p:grpSpPr>
        <p:pic>
          <p:nvPicPr>
            <p:cNvPr id="399" name="Google Shape;399;p66"/>
            <p:cNvPicPr preferRelativeResize="0"/>
            <p:nvPr/>
          </p:nvPicPr>
          <p:blipFill rotWithShape="1">
            <a:blip r:embed="rId13">
              <a:alphaModFix/>
            </a:blip>
            <a:srcRect b="0" l="0" r="0" t="0"/>
            <a:stretch/>
          </p:blipFill>
          <p:spPr>
            <a:xfrm>
              <a:off x="0" y="0"/>
              <a:ext cx="1143000" cy="1143000"/>
            </a:xfrm>
            <a:prstGeom prst="roundRect">
              <a:avLst>
                <a:gd fmla="val 5000" name="adj"/>
              </a:avLst>
            </a:prstGeom>
            <a:noFill/>
            <a:ln cap="flat" cmpd="sng" w="9525">
              <a:solidFill>
                <a:schemeClr val="dk1"/>
              </a:solidFill>
              <a:prstDash val="solid"/>
              <a:round/>
              <a:headEnd len="sm" w="sm" type="none"/>
              <a:tailEnd len="sm" w="sm" type="none"/>
            </a:ln>
          </p:spPr>
        </p:pic>
        <p:sp>
          <p:nvSpPr>
            <p:cNvPr id="400" name="Google Shape;400;p66"/>
            <p:cNvSpPr txBox="1"/>
            <p:nvPr/>
          </p:nvSpPr>
          <p:spPr>
            <a:xfrm>
              <a:off x="0" y="1190625"/>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Duncan Rutland</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Delivery Partner</a:t>
              </a:r>
              <a:endParaRPr b="1" sz="900">
                <a:solidFill>
                  <a:srgbClr val="040A1B"/>
                </a:solidFill>
                <a:latin typeface="Plus Jakarta Sans"/>
                <a:ea typeface="Plus Jakarta Sans"/>
                <a:cs typeface="Plus Jakarta Sans"/>
                <a:sym typeface="Plus Jakarta Sans"/>
              </a:endParaRPr>
            </a:p>
          </p:txBody>
        </p:sp>
      </p:grpSp>
      <p:pic>
        <p:nvPicPr>
          <p:cNvPr id="401" name="Google Shape;401;p66"/>
          <p:cNvPicPr preferRelativeResize="0"/>
          <p:nvPr>
            <p:ph idx="2" type="pic"/>
          </p:nvPr>
        </p:nvPicPr>
        <p:blipFill rotWithShape="1">
          <a:blip r:embed="rId14">
            <a:alphaModFix/>
          </a:blip>
          <a:srcRect b="0" l="0" r="0" t="0"/>
          <a:stretch/>
        </p:blipFill>
        <p:spPr>
          <a:xfrm>
            <a:off x="7239000" y="904875"/>
            <a:ext cx="1143000" cy="1143000"/>
          </a:xfrm>
          <a:prstGeom prst="roundRect">
            <a:avLst>
              <a:gd fmla="val 16667" name="adj"/>
            </a:avLst>
          </a:prstGeom>
          <a:noFill/>
          <a:ln cap="flat" cmpd="sng" w="9525">
            <a:solidFill>
              <a:schemeClr val="dk1"/>
            </a:solidFill>
            <a:prstDash val="solid"/>
            <a:round/>
            <a:headEnd len="sm" w="sm" type="none"/>
            <a:tailEnd len="sm" w="sm" type="none"/>
          </a:ln>
        </p:spPr>
      </p:pic>
      <p:sp>
        <p:nvSpPr>
          <p:cNvPr id="402" name="Google Shape;402;p66"/>
          <p:cNvSpPr txBox="1"/>
          <p:nvPr/>
        </p:nvSpPr>
        <p:spPr>
          <a:xfrm>
            <a:off x="7239000" y="2095500"/>
            <a:ext cx="1143000" cy="523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rgbClr val="040A1B"/>
                </a:solidFill>
                <a:latin typeface="Plus Jakarta Sans"/>
                <a:ea typeface="Plus Jakarta Sans"/>
                <a:cs typeface="Plus Jakarta Sans"/>
                <a:sym typeface="Plus Jakarta Sans"/>
              </a:rPr>
              <a:t>Vivek Vamadevan</a:t>
            </a:r>
            <a:endParaRPr b="1" sz="900">
              <a:solidFill>
                <a:srgbClr val="040A1B"/>
              </a:solidFill>
              <a:latin typeface="Plus Jakarta Sans"/>
              <a:ea typeface="Plus Jakarta Sans"/>
              <a:cs typeface="Plus Jakarta Sans"/>
              <a:sym typeface="Plus Jakarta Sans"/>
            </a:endParaRPr>
          </a:p>
          <a:p>
            <a:pPr indent="0" lvl="0" marL="0" rtl="0" algn="ctr">
              <a:spcBef>
                <a:spcPts val="225"/>
              </a:spcBef>
              <a:spcAft>
                <a:spcPts val="0"/>
              </a:spcAft>
              <a:buNone/>
            </a:pPr>
            <a:r>
              <a:rPr b="0" lang="en" sz="900">
                <a:solidFill>
                  <a:srgbClr val="4A5568"/>
                </a:solidFill>
                <a:latin typeface="Plus Jakarta Sans Light"/>
                <a:ea typeface="Plus Jakarta Sans Light"/>
                <a:cs typeface="Plus Jakarta Sans Light"/>
                <a:sym typeface="Plus Jakarta Sans Light"/>
              </a:rPr>
              <a:t>App Dev Solution Architect</a:t>
            </a:r>
            <a:endParaRPr b="1" sz="900">
              <a:solidFill>
                <a:srgbClr val="040A1B"/>
              </a:solidFill>
              <a:latin typeface="Plus Jakarta Sans"/>
              <a:ea typeface="Plus Jakarta Sans"/>
              <a:cs typeface="Plus Jakarta Sans"/>
              <a:sym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7"/>
          <p:cNvSpPr txBox="1"/>
          <p:nvPr>
            <p:ph type="title"/>
          </p:nvPr>
        </p:nvSpPr>
        <p:spPr>
          <a:xfrm>
            <a:off x="231025" y="228600"/>
            <a:ext cx="86820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66degrees</a:t>
            </a:r>
            <a:r>
              <a:rPr lang="en"/>
              <a:t> </a:t>
            </a:r>
            <a:r>
              <a:rPr lang="en"/>
              <a:t>Team</a:t>
            </a:r>
            <a:endParaRPr>
              <a:solidFill>
                <a:srgbClr val="FF0000"/>
              </a:solidFill>
            </a:endParaRPr>
          </a:p>
        </p:txBody>
      </p:sp>
      <p:sp>
        <p:nvSpPr>
          <p:cNvPr id="408" name="Google Shape;408;p67"/>
          <p:cNvSpPr txBox="1"/>
          <p:nvPr/>
        </p:nvSpPr>
        <p:spPr>
          <a:xfrm>
            <a:off x="2224312" y="4563787"/>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Rajeshwari Betagiri</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QA Lead</a:t>
            </a:r>
            <a:endParaRPr b="1" sz="900">
              <a:latin typeface="Plus Jakarta Sans"/>
              <a:ea typeface="Plus Jakarta Sans"/>
              <a:cs typeface="Plus Jakarta Sans"/>
              <a:sym typeface="Plus Jakarta Sans"/>
            </a:endParaRPr>
          </a:p>
        </p:txBody>
      </p:sp>
      <p:sp>
        <p:nvSpPr>
          <p:cNvPr id="409" name="Google Shape;409;p67"/>
          <p:cNvSpPr txBox="1"/>
          <p:nvPr/>
        </p:nvSpPr>
        <p:spPr>
          <a:xfrm>
            <a:off x="3935520" y="4563787"/>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Sneha H</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QA Engineer</a:t>
            </a:r>
            <a:endParaRPr b="1" sz="900">
              <a:solidFill>
                <a:schemeClr val="dk1"/>
              </a:solidFill>
              <a:latin typeface="Plus Jakarta Sans"/>
              <a:ea typeface="Plus Jakarta Sans"/>
              <a:cs typeface="Plus Jakarta Sans"/>
              <a:sym typeface="Plus Jakarta Sans"/>
            </a:endParaRPr>
          </a:p>
        </p:txBody>
      </p:sp>
      <p:sp>
        <p:nvSpPr>
          <p:cNvPr id="410" name="Google Shape;410;p67"/>
          <p:cNvSpPr txBox="1"/>
          <p:nvPr/>
        </p:nvSpPr>
        <p:spPr>
          <a:xfrm>
            <a:off x="5723050" y="4563787"/>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Farheen Fathima</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QA Engineer</a:t>
            </a:r>
            <a:endParaRPr b="1" sz="900">
              <a:solidFill>
                <a:schemeClr val="dk1"/>
              </a:solidFill>
              <a:latin typeface="Plus Jakarta Sans"/>
              <a:ea typeface="Plus Jakarta Sans"/>
              <a:cs typeface="Plus Jakarta Sans"/>
              <a:sym typeface="Plus Jakarta Sans"/>
            </a:endParaRPr>
          </a:p>
        </p:txBody>
      </p:sp>
      <p:pic>
        <p:nvPicPr>
          <p:cNvPr id="411" name="Google Shape;411;p67"/>
          <p:cNvPicPr preferRelativeResize="0"/>
          <p:nvPr/>
        </p:nvPicPr>
        <p:blipFill>
          <a:blip r:embed="rId3">
            <a:alphaModFix/>
          </a:blip>
          <a:stretch>
            <a:fillRect/>
          </a:stretch>
        </p:blipFill>
        <p:spPr>
          <a:xfrm>
            <a:off x="7831975" y="5262825"/>
            <a:ext cx="914400" cy="451350"/>
          </a:xfrm>
          <a:prstGeom prst="rect">
            <a:avLst/>
          </a:prstGeom>
          <a:noFill/>
          <a:ln>
            <a:noFill/>
          </a:ln>
        </p:spPr>
      </p:pic>
      <p:pic>
        <p:nvPicPr>
          <p:cNvPr id="412" name="Google Shape;412;p67"/>
          <p:cNvPicPr preferRelativeResize="0"/>
          <p:nvPr/>
        </p:nvPicPr>
        <p:blipFill>
          <a:blip r:embed="rId4">
            <a:alphaModFix/>
          </a:blip>
          <a:stretch>
            <a:fillRect/>
          </a:stretch>
        </p:blipFill>
        <p:spPr>
          <a:xfrm>
            <a:off x="5763492" y="3014918"/>
            <a:ext cx="1481400" cy="1463100"/>
          </a:xfrm>
          <a:prstGeom prst="roundRect">
            <a:avLst>
              <a:gd fmla="val 16667" name="adj"/>
            </a:avLst>
          </a:prstGeom>
          <a:noFill/>
          <a:ln cap="flat" cmpd="sng" w="9525">
            <a:solidFill>
              <a:schemeClr val="dk1"/>
            </a:solidFill>
            <a:prstDash val="solid"/>
            <a:round/>
            <a:headEnd len="sm" w="sm" type="none"/>
            <a:tailEnd len="sm" w="sm" type="none"/>
          </a:ln>
        </p:spPr>
      </p:pic>
      <p:pic>
        <p:nvPicPr>
          <p:cNvPr id="413" name="Google Shape;413;p67"/>
          <p:cNvPicPr preferRelativeResize="0"/>
          <p:nvPr/>
        </p:nvPicPr>
        <p:blipFill>
          <a:blip r:embed="rId3">
            <a:alphaModFix/>
          </a:blip>
          <a:stretch>
            <a:fillRect/>
          </a:stretch>
        </p:blipFill>
        <p:spPr>
          <a:xfrm>
            <a:off x="7886700" y="4689225"/>
            <a:ext cx="914400" cy="451350"/>
          </a:xfrm>
          <a:prstGeom prst="rect">
            <a:avLst/>
          </a:prstGeom>
          <a:noFill/>
          <a:ln>
            <a:noFill/>
          </a:ln>
        </p:spPr>
      </p:pic>
      <p:pic>
        <p:nvPicPr>
          <p:cNvPr id="414" name="Google Shape;414;p67"/>
          <p:cNvPicPr preferRelativeResize="0"/>
          <p:nvPr/>
        </p:nvPicPr>
        <p:blipFill>
          <a:blip r:embed="rId5">
            <a:alphaModFix/>
          </a:blip>
          <a:stretch>
            <a:fillRect/>
          </a:stretch>
        </p:blipFill>
        <p:spPr>
          <a:xfrm>
            <a:off x="4013358" y="3014918"/>
            <a:ext cx="1481400" cy="1463100"/>
          </a:xfrm>
          <a:prstGeom prst="roundRect">
            <a:avLst>
              <a:gd fmla="val 16667" name="adj"/>
            </a:avLst>
          </a:prstGeom>
          <a:noFill/>
          <a:ln cap="flat" cmpd="sng" w="9525">
            <a:solidFill>
              <a:schemeClr val="dk1"/>
            </a:solidFill>
            <a:prstDash val="solid"/>
            <a:round/>
            <a:headEnd len="sm" w="sm" type="none"/>
            <a:tailEnd len="sm" w="sm" type="none"/>
          </a:ln>
        </p:spPr>
      </p:pic>
      <p:sp>
        <p:nvSpPr>
          <p:cNvPr id="415" name="Google Shape;415;p67"/>
          <p:cNvSpPr txBox="1"/>
          <p:nvPr/>
        </p:nvSpPr>
        <p:spPr>
          <a:xfrm>
            <a:off x="1381570" y="2471112"/>
            <a:ext cx="1551900" cy="390300"/>
          </a:xfrm>
          <a:prstGeom prst="rect">
            <a:avLst/>
          </a:prstGeom>
          <a:noFill/>
          <a:ln>
            <a:noFill/>
          </a:ln>
        </p:spPr>
        <p:txBody>
          <a:bodyPr anchorCtr="0" anchor="t" bIns="45700" lIns="45700" spcFirstLastPara="1" rIns="91425" wrap="square" tIns="45700">
            <a:spAutoFit/>
          </a:bodyPr>
          <a:lstStyle/>
          <a:p>
            <a:pPr indent="0" lvl="0" marL="0" rtl="0" algn="l">
              <a:lnSpc>
                <a:spcPct val="115000"/>
              </a:lnSpc>
              <a:spcBef>
                <a:spcPts val="0"/>
              </a:spcBef>
              <a:spcAft>
                <a:spcPts val="0"/>
              </a:spcAft>
              <a:buNone/>
            </a:pPr>
            <a:r>
              <a:rPr lang="en" sz="900">
                <a:latin typeface="Plus Jakarta Sans Light"/>
                <a:ea typeface="Plus Jakarta Sans Light"/>
                <a:cs typeface="Plus Jakarta Sans Light"/>
                <a:sym typeface="Plus Jakarta Sans Light"/>
              </a:rPr>
              <a:t>                     </a:t>
            </a:r>
            <a:r>
              <a:rPr b="1" lang="en" sz="900">
                <a:solidFill>
                  <a:schemeClr val="dk1"/>
                </a:solidFill>
                <a:latin typeface="Plus Jakarta Sans"/>
                <a:ea typeface="Plus Jakarta Sans"/>
                <a:cs typeface="Plus Jakarta Sans"/>
                <a:sym typeface="Plus Jakarta Sans"/>
              </a:rPr>
              <a:t>Jay Zende </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None/>
            </a:pPr>
            <a:r>
              <a:rPr lang="en" sz="900">
                <a:solidFill>
                  <a:schemeClr val="dk1"/>
                </a:solidFill>
                <a:latin typeface="Plus Jakarta Sans Light"/>
                <a:ea typeface="Plus Jakarta Sans Light"/>
                <a:cs typeface="Plus Jakarta Sans Light"/>
                <a:sym typeface="Plus Jakarta Sans Light"/>
              </a:rPr>
              <a:t>Cloud  Engineer</a:t>
            </a:r>
            <a:endParaRPr sz="900">
              <a:latin typeface="Plus Jakarta Sans Light"/>
              <a:ea typeface="Plus Jakarta Sans Light"/>
              <a:cs typeface="Plus Jakarta Sans Light"/>
              <a:sym typeface="Plus Jakarta Sans Light"/>
            </a:endParaRPr>
          </a:p>
        </p:txBody>
      </p:sp>
      <p:sp>
        <p:nvSpPr>
          <p:cNvPr id="416" name="Google Shape;416;p67"/>
          <p:cNvSpPr txBox="1"/>
          <p:nvPr/>
        </p:nvSpPr>
        <p:spPr>
          <a:xfrm>
            <a:off x="4831600" y="2471112"/>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Pradeep Belgavkar</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Backend Engineer</a:t>
            </a:r>
            <a:endParaRPr b="1" sz="900">
              <a:latin typeface="Plus Jakarta Sans"/>
              <a:ea typeface="Plus Jakarta Sans"/>
              <a:cs typeface="Plus Jakarta Sans"/>
              <a:sym typeface="Plus Jakarta Sans"/>
            </a:endParaRPr>
          </a:p>
        </p:txBody>
      </p:sp>
      <p:sp>
        <p:nvSpPr>
          <p:cNvPr id="417" name="Google Shape;417;p67"/>
          <p:cNvSpPr txBox="1"/>
          <p:nvPr/>
        </p:nvSpPr>
        <p:spPr>
          <a:xfrm>
            <a:off x="3233388" y="2471112"/>
            <a:ext cx="1385700" cy="390300"/>
          </a:xfrm>
          <a:prstGeom prst="rect">
            <a:avLst/>
          </a:prstGeom>
          <a:noFill/>
          <a:ln>
            <a:noFill/>
          </a:ln>
        </p:spPr>
        <p:txBody>
          <a:bodyPr anchorCtr="0" anchor="t" bIns="45700" lIns="45700" spcFirstLastPara="1" rIns="91425" wrap="square" tIns="45700">
            <a:spAutoFit/>
          </a:bodyPr>
          <a:lstStyle/>
          <a:p>
            <a:pPr indent="0" lvl="0" marL="0" rtl="0" algn="l">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            Kavitha  A N</a:t>
            </a:r>
            <a:endParaRPr b="1" sz="900">
              <a:solidFill>
                <a:schemeClr val="dk1"/>
              </a:solidFill>
              <a:latin typeface="Plus Jakarta Sans"/>
              <a:ea typeface="Plus Jakarta Sans"/>
              <a:cs typeface="Plus Jakarta Sans"/>
              <a:sym typeface="Plus Jakarta Sans"/>
            </a:endParaRPr>
          </a:p>
          <a:p>
            <a:pPr indent="0" lvl="0" marL="0" rtl="0" algn="l">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         Cloud Engineer            </a:t>
            </a:r>
            <a:endParaRPr b="1" sz="900">
              <a:latin typeface="Plus Jakarta Sans"/>
              <a:ea typeface="Plus Jakarta Sans"/>
              <a:cs typeface="Plus Jakarta Sans"/>
              <a:sym typeface="Plus Jakarta Sans"/>
            </a:endParaRPr>
          </a:p>
        </p:txBody>
      </p:sp>
      <p:sp>
        <p:nvSpPr>
          <p:cNvPr id="418" name="Google Shape;418;p67"/>
          <p:cNvSpPr txBox="1"/>
          <p:nvPr/>
        </p:nvSpPr>
        <p:spPr>
          <a:xfrm>
            <a:off x="6572238" y="2471112"/>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Rohan Gundi</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a:ea typeface="Plus Jakarta Sans"/>
                <a:cs typeface="Plus Jakarta Sans"/>
                <a:sym typeface="Plus Jakarta Sans"/>
              </a:rPr>
              <a:t>Backend Engineer</a:t>
            </a:r>
            <a:endParaRPr sz="900">
              <a:solidFill>
                <a:schemeClr val="dk1"/>
              </a:solidFill>
              <a:latin typeface="Plus Jakarta Sans"/>
              <a:ea typeface="Plus Jakarta Sans"/>
              <a:cs typeface="Plus Jakarta Sans"/>
              <a:sym typeface="Plus Jakarta Sans"/>
            </a:endParaRPr>
          </a:p>
        </p:txBody>
      </p:sp>
      <p:pic>
        <p:nvPicPr>
          <p:cNvPr id="419" name="Google Shape;419;p67"/>
          <p:cNvPicPr preferRelativeResize="0"/>
          <p:nvPr/>
        </p:nvPicPr>
        <p:blipFill>
          <a:blip r:embed="rId6">
            <a:alphaModFix/>
          </a:blip>
          <a:stretch>
            <a:fillRect/>
          </a:stretch>
        </p:blipFill>
        <p:spPr>
          <a:xfrm>
            <a:off x="4866907" y="891933"/>
            <a:ext cx="1481400" cy="1467300"/>
          </a:xfrm>
          <a:prstGeom prst="roundRect">
            <a:avLst>
              <a:gd fmla="val 16667" name="adj"/>
            </a:avLst>
          </a:prstGeom>
          <a:noFill/>
          <a:ln cap="flat" cmpd="sng" w="9525">
            <a:solidFill>
              <a:schemeClr val="dk1"/>
            </a:solidFill>
            <a:prstDash val="solid"/>
            <a:round/>
            <a:headEnd len="sm" w="sm" type="none"/>
            <a:tailEnd len="sm" w="sm" type="none"/>
          </a:ln>
        </p:spPr>
      </p:pic>
      <p:pic>
        <p:nvPicPr>
          <p:cNvPr id="420" name="Google Shape;420;p67"/>
          <p:cNvPicPr preferRelativeResize="0"/>
          <p:nvPr/>
        </p:nvPicPr>
        <p:blipFill>
          <a:blip r:embed="rId7">
            <a:alphaModFix/>
          </a:blip>
          <a:stretch>
            <a:fillRect/>
          </a:stretch>
        </p:blipFill>
        <p:spPr>
          <a:xfrm>
            <a:off x="6607540" y="891933"/>
            <a:ext cx="1481400" cy="1467300"/>
          </a:xfrm>
          <a:prstGeom prst="roundRect">
            <a:avLst>
              <a:gd fmla="val 16667" name="adj"/>
            </a:avLst>
          </a:prstGeom>
          <a:noFill/>
          <a:ln cap="flat" cmpd="sng" w="9525">
            <a:solidFill>
              <a:schemeClr val="dk1"/>
            </a:solidFill>
            <a:prstDash val="solid"/>
            <a:round/>
            <a:headEnd len="sm" w="sm" type="none"/>
            <a:tailEnd len="sm" w="sm" type="none"/>
          </a:ln>
        </p:spPr>
      </p:pic>
      <p:pic>
        <p:nvPicPr>
          <p:cNvPr id="421" name="Google Shape;421;p67"/>
          <p:cNvPicPr preferRelativeResize="0"/>
          <p:nvPr/>
        </p:nvPicPr>
        <p:blipFill>
          <a:blip r:embed="rId8">
            <a:alphaModFix/>
          </a:blip>
          <a:stretch>
            <a:fillRect/>
          </a:stretch>
        </p:blipFill>
        <p:spPr>
          <a:xfrm>
            <a:off x="3126274" y="891933"/>
            <a:ext cx="1481400" cy="1467300"/>
          </a:xfrm>
          <a:prstGeom prst="roundRect">
            <a:avLst>
              <a:gd fmla="val 16667" name="adj"/>
            </a:avLst>
          </a:prstGeom>
          <a:noFill/>
          <a:ln cap="flat" cmpd="sng" w="9525">
            <a:solidFill>
              <a:schemeClr val="dk1"/>
            </a:solidFill>
            <a:prstDash val="solid"/>
            <a:round/>
            <a:headEnd len="sm" w="sm" type="none"/>
            <a:tailEnd len="sm" w="sm" type="none"/>
          </a:ln>
        </p:spPr>
      </p:pic>
      <p:pic>
        <p:nvPicPr>
          <p:cNvPr id="422" name="Google Shape;422;p67"/>
          <p:cNvPicPr preferRelativeResize="0"/>
          <p:nvPr/>
        </p:nvPicPr>
        <p:blipFill>
          <a:blip r:embed="rId9">
            <a:alphaModFix/>
          </a:blip>
          <a:stretch>
            <a:fillRect/>
          </a:stretch>
        </p:blipFill>
        <p:spPr>
          <a:xfrm>
            <a:off x="2263200" y="3014918"/>
            <a:ext cx="1481400" cy="1463100"/>
          </a:xfrm>
          <a:prstGeom prst="roundRect">
            <a:avLst>
              <a:gd fmla="val 16667" name="adj"/>
            </a:avLst>
          </a:prstGeom>
          <a:noFill/>
          <a:ln cap="flat" cmpd="sng" w="9525">
            <a:solidFill>
              <a:schemeClr val="dk1"/>
            </a:solidFill>
            <a:prstDash val="solid"/>
            <a:round/>
            <a:headEnd len="sm" w="sm" type="none"/>
            <a:tailEnd len="sm" w="sm" type="none"/>
          </a:ln>
        </p:spPr>
      </p:pic>
      <p:pic>
        <p:nvPicPr>
          <p:cNvPr id="423" name="Google Shape;423;p67"/>
          <p:cNvPicPr preferRelativeResize="0"/>
          <p:nvPr/>
        </p:nvPicPr>
        <p:blipFill>
          <a:blip r:embed="rId10">
            <a:alphaModFix/>
          </a:blip>
          <a:stretch>
            <a:fillRect/>
          </a:stretch>
        </p:blipFill>
        <p:spPr>
          <a:xfrm>
            <a:off x="1385607" y="894100"/>
            <a:ext cx="1481400" cy="1463100"/>
          </a:xfrm>
          <a:prstGeom prst="roundRect">
            <a:avLst>
              <a:gd fmla="val 16667" name="adj"/>
            </a:avLst>
          </a:prstGeom>
          <a:noFill/>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8"/>
          <p:cNvSpPr txBox="1"/>
          <p:nvPr>
            <p:ph type="title"/>
          </p:nvPr>
        </p:nvSpPr>
        <p:spPr>
          <a:xfrm>
            <a:off x="231025" y="228600"/>
            <a:ext cx="86820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Frontdoor</a:t>
            </a:r>
            <a:r>
              <a:rPr lang="en">
                <a:solidFill>
                  <a:srgbClr val="FF0000"/>
                </a:solidFill>
              </a:rPr>
              <a:t> </a:t>
            </a:r>
            <a:r>
              <a:rPr lang="en"/>
              <a:t>Team</a:t>
            </a:r>
            <a:endParaRPr/>
          </a:p>
        </p:txBody>
      </p:sp>
      <p:sp>
        <p:nvSpPr>
          <p:cNvPr id="429" name="Google Shape;429;p68"/>
          <p:cNvSpPr txBox="1"/>
          <p:nvPr/>
        </p:nvSpPr>
        <p:spPr>
          <a:xfrm>
            <a:off x="2902912" y="2336806"/>
            <a:ext cx="1551900" cy="5496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rgbClr val="000000"/>
              </a:buClr>
              <a:buSzPts val="1100"/>
              <a:buFont typeface="Arial"/>
              <a:buNone/>
            </a:pPr>
            <a:r>
              <a:rPr b="1" lang="en" sz="900">
                <a:latin typeface="Plus Jakarta Sans"/>
                <a:ea typeface="Plus Jakarta Sans"/>
                <a:cs typeface="Plus Jakarta Sans"/>
                <a:sym typeface="Plus Jakarta Sans"/>
              </a:rPr>
              <a:t>Andrew Kroes</a:t>
            </a:r>
            <a:endParaRPr b="1" sz="900">
              <a:latin typeface="Plus Jakarta Sans"/>
              <a:ea typeface="Plus Jakarta Sans"/>
              <a:cs typeface="Plus Jakarta Sans"/>
              <a:sym typeface="Plus Jakarta Sans"/>
            </a:endParaRPr>
          </a:p>
          <a:p>
            <a:pPr indent="0" lvl="0" marL="0" rtl="0" algn="ctr">
              <a:lnSpc>
                <a:spcPct val="115000"/>
              </a:lnSpc>
              <a:spcBef>
                <a:spcPts val="0"/>
              </a:spcBef>
              <a:spcAft>
                <a:spcPts val="0"/>
              </a:spcAft>
              <a:buClr>
                <a:srgbClr val="000000"/>
              </a:buClr>
              <a:buSzPts val="1100"/>
              <a:buFont typeface="Arial"/>
              <a:buNone/>
            </a:pPr>
            <a:r>
              <a:rPr lang="en" sz="900">
                <a:latin typeface="Plus Jakarta Sans Light"/>
                <a:ea typeface="Plus Jakarta Sans Light"/>
                <a:cs typeface="Plus Jakarta Sans Light"/>
                <a:sym typeface="Plus Jakarta Sans Light"/>
              </a:rPr>
              <a:t>Director, Data Systems Engineering</a:t>
            </a:r>
            <a:endParaRPr sz="800">
              <a:solidFill>
                <a:srgbClr val="000000"/>
              </a:solidFill>
              <a:latin typeface="Plus Jakarta Sans Light"/>
              <a:ea typeface="Plus Jakarta Sans Light"/>
              <a:cs typeface="Plus Jakarta Sans Light"/>
              <a:sym typeface="Plus Jakarta Sans Light"/>
            </a:endParaRPr>
          </a:p>
        </p:txBody>
      </p:sp>
      <p:sp>
        <p:nvSpPr>
          <p:cNvPr id="430" name="Google Shape;430;p68"/>
          <p:cNvSpPr txBox="1"/>
          <p:nvPr/>
        </p:nvSpPr>
        <p:spPr>
          <a:xfrm>
            <a:off x="4636495" y="2336806"/>
            <a:ext cx="1551900" cy="5496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Lynda Schirck</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Sr Director Quality and Data Engineering</a:t>
            </a:r>
            <a:endParaRPr b="1" sz="900">
              <a:latin typeface="Plus Jakarta Sans"/>
              <a:ea typeface="Plus Jakarta Sans"/>
              <a:cs typeface="Plus Jakarta Sans"/>
              <a:sym typeface="Plus Jakarta Sans"/>
            </a:endParaRPr>
          </a:p>
        </p:txBody>
      </p:sp>
      <p:sp>
        <p:nvSpPr>
          <p:cNvPr id="431" name="Google Shape;431;p68"/>
          <p:cNvSpPr txBox="1"/>
          <p:nvPr/>
        </p:nvSpPr>
        <p:spPr>
          <a:xfrm>
            <a:off x="6334800" y="2336806"/>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Robert Steward</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Application DBA</a:t>
            </a:r>
            <a:endParaRPr b="1" sz="900">
              <a:latin typeface="Plus Jakarta Sans"/>
              <a:ea typeface="Plus Jakarta Sans"/>
              <a:cs typeface="Plus Jakarta Sans"/>
              <a:sym typeface="Plus Jakarta Sans"/>
            </a:endParaRPr>
          </a:p>
        </p:txBody>
      </p:sp>
      <p:sp>
        <p:nvSpPr>
          <p:cNvPr id="432" name="Google Shape;432;p68"/>
          <p:cNvSpPr txBox="1"/>
          <p:nvPr/>
        </p:nvSpPr>
        <p:spPr>
          <a:xfrm>
            <a:off x="2029624" y="4502024"/>
            <a:ext cx="1551900" cy="5496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Denis Pokorny</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Software Development Manager</a:t>
            </a:r>
            <a:endParaRPr b="1" sz="900">
              <a:latin typeface="Plus Jakarta Sans"/>
              <a:ea typeface="Plus Jakarta Sans"/>
              <a:cs typeface="Plus Jakarta Sans"/>
              <a:sym typeface="Plus Jakarta Sans"/>
            </a:endParaRPr>
          </a:p>
        </p:txBody>
      </p:sp>
      <p:sp>
        <p:nvSpPr>
          <p:cNvPr id="433" name="Google Shape;433;p68"/>
          <p:cNvSpPr txBox="1"/>
          <p:nvPr/>
        </p:nvSpPr>
        <p:spPr>
          <a:xfrm>
            <a:off x="3692633" y="4502037"/>
            <a:ext cx="15519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Jesssica King</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Senior Sourcing Analyst</a:t>
            </a:r>
            <a:endParaRPr b="1" sz="900">
              <a:latin typeface="Plus Jakarta Sans"/>
              <a:ea typeface="Plus Jakarta Sans"/>
              <a:cs typeface="Plus Jakarta Sans"/>
              <a:sym typeface="Plus Jakarta Sans"/>
            </a:endParaRPr>
          </a:p>
        </p:txBody>
      </p:sp>
      <p:sp>
        <p:nvSpPr>
          <p:cNvPr id="434" name="Google Shape;434;p68"/>
          <p:cNvSpPr txBox="1"/>
          <p:nvPr/>
        </p:nvSpPr>
        <p:spPr>
          <a:xfrm>
            <a:off x="5509325" y="4502013"/>
            <a:ext cx="1385700" cy="3903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chemeClr val="dk1"/>
              </a:buClr>
              <a:buSzPts val="1100"/>
              <a:buFont typeface="Arial"/>
              <a:buNone/>
            </a:pPr>
            <a:r>
              <a:rPr b="1" lang="en" sz="900">
                <a:solidFill>
                  <a:schemeClr val="dk1"/>
                </a:solidFill>
                <a:latin typeface="Plus Jakarta Sans"/>
                <a:ea typeface="Plus Jakarta Sans"/>
                <a:cs typeface="Plus Jakarta Sans"/>
                <a:sym typeface="Plus Jakarta Sans"/>
              </a:rPr>
              <a:t>Ashish Agarwal</a:t>
            </a:r>
            <a:endParaRPr b="1" sz="900">
              <a:solidFill>
                <a:schemeClr val="dk1"/>
              </a:solidFill>
              <a:latin typeface="Plus Jakarta Sans"/>
              <a:ea typeface="Plus Jakarta Sans"/>
              <a:cs typeface="Plus Jakarta Sans"/>
              <a:sym typeface="Plus Jakarta Sans"/>
            </a:endParaRPr>
          </a:p>
          <a:p>
            <a:pPr indent="0" lvl="0" marL="0" rtl="0" algn="ctr">
              <a:lnSpc>
                <a:spcPct val="115000"/>
              </a:lnSpc>
              <a:spcBef>
                <a:spcPts val="0"/>
              </a:spcBef>
              <a:spcAft>
                <a:spcPts val="0"/>
              </a:spcAft>
              <a:buClr>
                <a:schemeClr val="dk1"/>
              </a:buClr>
              <a:buSzPts val="1100"/>
              <a:buFont typeface="Arial"/>
              <a:buNone/>
            </a:pPr>
            <a:r>
              <a:rPr lang="en" sz="900">
                <a:solidFill>
                  <a:schemeClr val="dk1"/>
                </a:solidFill>
                <a:latin typeface="Plus Jakarta Sans Light"/>
                <a:ea typeface="Plus Jakarta Sans Light"/>
                <a:cs typeface="Plus Jakarta Sans Light"/>
                <a:sym typeface="Plus Jakarta Sans Light"/>
              </a:rPr>
              <a:t>Principal Engineer</a:t>
            </a:r>
            <a:endParaRPr b="1" sz="900">
              <a:latin typeface="Plus Jakarta Sans"/>
              <a:ea typeface="Plus Jakarta Sans"/>
              <a:cs typeface="Plus Jakarta Sans"/>
              <a:sym typeface="Plus Jakarta Sans"/>
            </a:endParaRPr>
          </a:p>
        </p:txBody>
      </p:sp>
      <p:pic>
        <p:nvPicPr>
          <p:cNvPr descr="Woman with dark hair smiling, cropped headshot with white background in a black circle." id="435" name="Google Shape;435;p68"/>
          <p:cNvPicPr preferRelativeResize="0"/>
          <p:nvPr/>
        </p:nvPicPr>
        <p:blipFill rotWithShape="1">
          <a:blip r:embed="rId3">
            <a:alphaModFix/>
          </a:blip>
          <a:srcRect b="27295" l="0" r="0" t="27290"/>
          <a:stretch/>
        </p:blipFill>
        <p:spPr>
          <a:xfrm>
            <a:off x="4654142" y="780720"/>
            <a:ext cx="1481327" cy="1462443"/>
          </a:xfrm>
          <a:prstGeom prst="rect">
            <a:avLst/>
          </a:prstGeom>
          <a:noFill/>
          <a:ln cap="flat" cmpd="sng" w="9525">
            <a:solidFill>
              <a:schemeClr val="dk1"/>
            </a:solidFill>
            <a:prstDash val="solid"/>
            <a:round/>
            <a:headEnd len="sm" w="sm" type="none"/>
            <a:tailEnd len="sm" w="sm" type="none"/>
          </a:ln>
          <a:effectLst>
            <a:outerShdw blurRad="57150" rotWithShape="0" algn="bl" dir="5400000" dist="19050">
              <a:srgbClr val="000000">
                <a:alpha val="50000"/>
              </a:srgbClr>
            </a:outerShdw>
          </a:effectLst>
        </p:spPr>
      </p:pic>
      <p:pic>
        <p:nvPicPr>
          <p:cNvPr id="436" name="Google Shape;436;p68"/>
          <p:cNvPicPr preferRelativeResize="0"/>
          <p:nvPr/>
        </p:nvPicPr>
        <p:blipFill>
          <a:blip r:embed="rId4">
            <a:alphaModFix/>
          </a:blip>
          <a:stretch>
            <a:fillRect/>
          </a:stretch>
        </p:blipFill>
        <p:spPr>
          <a:xfrm>
            <a:off x="7886700" y="4689225"/>
            <a:ext cx="914400" cy="451350"/>
          </a:xfrm>
          <a:prstGeom prst="rect">
            <a:avLst/>
          </a:prstGeom>
          <a:noFill/>
          <a:ln>
            <a:noFill/>
          </a:ln>
        </p:spPr>
      </p:pic>
      <p:pic>
        <p:nvPicPr>
          <p:cNvPr id="437" name="Google Shape;437;p68"/>
          <p:cNvPicPr preferRelativeResize="0"/>
          <p:nvPr/>
        </p:nvPicPr>
        <p:blipFill>
          <a:blip r:embed="rId5">
            <a:alphaModFix/>
          </a:blip>
          <a:stretch>
            <a:fillRect/>
          </a:stretch>
        </p:blipFill>
        <p:spPr>
          <a:xfrm>
            <a:off x="2955825" y="780713"/>
            <a:ext cx="1481328" cy="1463040"/>
          </a:xfrm>
          <a:prstGeom prst="rect">
            <a:avLst/>
          </a:prstGeom>
          <a:noFill/>
          <a:ln cap="flat" cmpd="sng" w="9525">
            <a:solidFill>
              <a:schemeClr val="dk1"/>
            </a:solidFill>
            <a:prstDash val="solid"/>
            <a:round/>
            <a:headEnd len="sm" w="sm" type="none"/>
            <a:tailEnd len="sm" w="sm" type="none"/>
          </a:ln>
        </p:spPr>
      </p:pic>
      <p:pic>
        <p:nvPicPr>
          <p:cNvPr id="438" name="Google Shape;438;p68"/>
          <p:cNvPicPr preferRelativeResize="0"/>
          <p:nvPr/>
        </p:nvPicPr>
        <p:blipFill>
          <a:blip r:embed="rId6">
            <a:alphaModFix/>
          </a:blip>
          <a:stretch>
            <a:fillRect/>
          </a:stretch>
        </p:blipFill>
        <p:spPr>
          <a:xfrm>
            <a:off x="6342825" y="780713"/>
            <a:ext cx="1481328" cy="1463040"/>
          </a:xfrm>
          <a:prstGeom prst="rect">
            <a:avLst/>
          </a:prstGeom>
          <a:noFill/>
          <a:ln cap="flat" cmpd="sng" w="9525">
            <a:solidFill>
              <a:schemeClr val="dk1"/>
            </a:solidFill>
            <a:prstDash val="solid"/>
            <a:round/>
            <a:headEnd len="sm" w="sm" type="none"/>
            <a:tailEnd len="sm" w="sm" type="none"/>
          </a:ln>
        </p:spPr>
      </p:pic>
      <p:pic>
        <p:nvPicPr>
          <p:cNvPr id="439" name="Google Shape;439;p68"/>
          <p:cNvPicPr preferRelativeResize="0"/>
          <p:nvPr/>
        </p:nvPicPr>
        <p:blipFill>
          <a:blip r:embed="rId7">
            <a:alphaModFix/>
          </a:blip>
          <a:stretch>
            <a:fillRect/>
          </a:stretch>
        </p:blipFill>
        <p:spPr>
          <a:xfrm>
            <a:off x="2029600" y="2951606"/>
            <a:ext cx="1481328" cy="1463040"/>
          </a:xfrm>
          <a:prstGeom prst="rect">
            <a:avLst/>
          </a:prstGeom>
          <a:noFill/>
          <a:ln cap="flat" cmpd="sng" w="9525">
            <a:solidFill>
              <a:schemeClr val="dk1"/>
            </a:solidFill>
            <a:prstDash val="solid"/>
            <a:round/>
            <a:headEnd len="sm" w="sm" type="none"/>
            <a:tailEnd len="sm" w="sm" type="none"/>
          </a:ln>
        </p:spPr>
      </p:pic>
      <p:pic>
        <p:nvPicPr>
          <p:cNvPr id="440" name="Google Shape;440;p68"/>
          <p:cNvPicPr preferRelativeResize="0"/>
          <p:nvPr/>
        </p:nvPicPr>
        <p:blipFill>
          <a:blip r:embed="rId8">
            <a:alphaModFix/>
          </a:blip>
          <a:stretch>
            <a:fillRect/>
          </a:stretch>
        </p:blipFill>
        <p:spPr>
          <a:xfrm>
            <a:off x="3727917" y="2951606"/>
            <a:ext cx="1481328" cy="1463040"/>
          </a:xfrm>
          <a:prstGeom prst="rect">
            <a:avLst/>
          </a:prstGeom>
          <a:noFill/>
          <a:ln cap="flat" cmpd="sng" w="9525">
            <a:solidFill>
              <a:schemeClr val="dk1"/>
            </a:solidFill>
            <a:prstDash val="solid"/>
            <a:round/>
            <a:headEnd len="sm" w="sm" type="none"/>
            <a:tailEnd len="sm" w="sm" type="none"/>
          </a:ln>
        </p:spPr>
      </p:pic>
      <p:pic>
        <p:nvPicPr>
          <p:cNvPr id="441" name="Google Shape;441;p68"/>
          <p:cNvPicPr preferRelativeResize="0"/>
          <p:nvPr/>
        </p:nvPicPr>
        <p:blipFill>
          <a:blip r:embed="rId9">
            <a:alphaModFix/>
          </a:blip>
          <a:stretch>
            <a:fillRect/>
          </a:stretch>
        </p:blipFill>
        <p:spPr>
          <a:xfrm>
            <a:off x="5426225" y="2951606"/>
            <a:ext cx="1481328" cy="1463040"/>
          </a:xfrm>
          <a:prstGeom prst="rect">
            <a:avLst/>
          </a:prstGeom>
          <a:noFill/>
          <a:ln cap="flat" cmpd="sng" w="9525">
            <a:solidFill>
              <a:schemeClr val="dk1"/>
            </a:solidFill>
            <a:prstDash val="solid"/>
            <a:round/>
            <a:headEnd len="sm" w="sm" type="none"/>
            <a:tailEnd len="sm" w="sm" type="none"/>
          </a:ln>
        </p:spPr>
      </p:pic>
      <p:pic>
        <p:nvPicPr>
          <p:cNvPr id="442" name="Google Shape;442;p68"/>
          <p:cNvPicPr preferRelativeResize="0"/>
          <p:nvPr/>
        </p:nvPicPr>
        <p:blipFill>
          <a:blip r:embed="rId10">
            <a:alphaModFix/>
          </a:blip>
          <a:stretch>
            <a:fillRect/>
          </a:stretch>
        </p:blipFill>
        <p:spPr>
          <a:xfrm>
            <a:off x="1219325" y="780713"/>
            <a:ext cx="1481327" cy="1463041"/>
          </a:xfrm>
          <a:prstGeom prst="rect">
            <a:avLst/>
          </a:prstGeom>
          <a:noFill/>
          <a:ln cap="flat" cmpd="sng" w="9525">
            <a:solidFill>
              <a:schemeClr val="dk1"/>
            </a:solidFill>
            <a:prstDash val="solid"/>
            <a:round/>
            <a:headEnd len="sm" w="sm" type="none"/>
            <a:tailEnd len="sm" w="sm" type="none"/>
          </a:ln>
        </p:spPr>
      </p:pic>
      <p:sp>
        <p:nvSpPr>
          <p:cNvPr id="443" name="Google Shape;443;p68"/>
          <p:cNvSpPr txBox="1"/>
          <p:nvPr/>
        </p:nvSpPr>
        <p:spPr>
          <a:xfrm>
            <a:off x="1169211" y="2322875"/>
            <a:ext cx="1733700" cy="549600"/>
          </a:xfrm>
          <a:prstGeom prst="rect">
            <a:avLst/>
          </a:prstGeom>
          <a:noFill/>
          <a:ln>
            <a:noFill/>
          </a:ln>
        </p:spPr>
        <p:txBody>
          <a:bodyPr anchorCtr="0" anchor="t" bIns="45700" lIns="45700" spcFirstLastPara="1" rIns="91425" wrap="square" tIns="45700">
            <a:spAutoFit/>
          </a:bodyPr>
          <a:lstStyle/>
          <a:p>
            <a:pPr indent="0" lvl="0" marL="0" rtl="0" algn="ctr">
              <a:lnSpc>
                <a:spcPct val="115000"/>
              </a:lnSpc>
              <a:spcBef>
                <a:spcPts val="0"/>
              </a:spcBef>
              <a:spcAft>
                <a:spcPts val="0"/>
              </a:spcAft>
              <a:buClr>
                <a:srgbClr val="000000"/>
              </a:buClr>
              <a:buSzPts val="1100"/>
              <a:buFont typeface="Arial"/>
              <a:buNone/>
            </a:pPr>
            <a:r>
              <a:rPr b="1" lang="en" sz="900">
                <a:latin typeface="Plus Jakarta Sans"/>
                <a:ea typeface="Plus Jakarta Sans"/>
                <a:cs typeface="Plus Jakarta Sans"/>
                <a:sym typeface="Plus Jakarta Sans"/>
              </a:rPr>
              <a:t>Bala Ganesh</a:t>
            </a:r>
            <a:endParaRPr b="1" sz="900">
              <a:latin typeface="Plus Jakarta Sans"/>
              <a:ea typeface="Plus Jakarta Sans"/>
              <a:cs typeface="Plus Jakarta Sans"/>
              <a:sym typeface="Plus Jakarta Sans"/>
            </a:endParaRPr>
          </a:p>
          <a:p>
            <a:pPr indent="0" lvl="0" marL="0" rtl="0" algn="ctr">
              <a:lnSpc>
                <a:spcPct val="115000"/>
              </a:lnSpc>
              <a:spcBef>
                <a:spcPts val="0"/>
              </a:spcBef>
              <a:spcAft>
                <a:spcPts val="0"/>
              </a:spcAft>
              <a:buClr>
                <a:srgbClr val="000000"/>
              </a:buClr>
              <a:buSzPts val="1100"/>
              <a:buFont typeface="Arial"/>
              <a:buNone/>
            </a:pPr>
            <a:r>
              <a:rPr lang="en" sz="900">
                <a:latin typeface="Plus Jakarta Sans Light"/>
                <a:ea typeface="Plus Jakarta Sans Light"/>
                <a:cs typeface="Plus Jakarta Sans Light"/>
                <a:sym typeface="Plus Jakarta Sans Light"/>
              </a:rPr>
              <a:t>Chief Technology Officer/Executive Sponsor</a:t>
            </a:r>
            <a:endParaRPr sz="800">
              <a:solidFill>
                <a:srgbClr val="000000"/>
              </a:solidFill>
              <a:latin typeface="Plus Jakarta Sans Light"/>
              <a:ea typeface="Plus Jakarta Sans Light"/>
              <a:cs typeface="Plus Jakarta Sans Light"/>
              <a:sym typeface="Plus Jakarta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9"/>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solidFill>
                  <a:srgbClr val="FF0000"/>
                </a:solidFill>
              </a:rPr>
              <a:t>Frontdoor </a:t>
            </a:r>
            <a:r>
              <a:rPr lang="en"/>
              <a:t>Team | Roles &amp; Responsibilities</a:t>
            </a:r>
            <a:endParaRPr/>
          </a:p>
        </p:txBody>
      </p:sp>
      <p:sp>
        <p:nvSpPr>
          <p:cNvPr id="449" name="Google Shape;449;p69"/>
          <p:cNvSpPr txBox="1"/>
          <p:nvPr/>
        </p:nvSpPr>
        <p:spPr>
          <a:xfrm>
            <a:off x="342900" y="750100"/>
            <a:ext cx="84582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300">
                <a:solidFill>
                  <a:srgbClr val="FF0000"/>
                </a:solidFill>
                <a:latin typeface="Plus Jakarta Sans Light"/>
                <a:ea typeface="Plus Jakarta Sans Light"/>
                <a:cs typeface="Plus Jakarta Sans Light"/>
                <a:sym typeface="Plus Jakarta Sans Light"/>
              </a:rPr>
              <a:t>Frontdoor </a:t>
            </a:r>
            <a:r>
              <a:rPr lang="en" sz="1300">
                <a:solidFill>
                  <a:srgbClr val="1B1C1D"/>
                </a:solidFill>
                <a:latin typeface="Plus Jakarta Sans Light"/>
                <a:ea typeface="Plus Jakarta Sans Light"/>
                <a:cs typeface="Plus Jakarta Sans Light"/>
                <a:sym typeface="Plus Jakarta Sans Light"/>
              </a:rPr>
              <a:t>has agreed to provide the following resources for this engagement:</a:t>
            </a:r>
            <a:endParaRPr sz="1300">
              <a:latin typeface="Plus Jakarta Sans"/>
              <a:ea typeface="Plus Jakarta Sans"/>
              <a:cs typeface="Plus Jakarta Sans"/>
              <a:sym typeface="Plus Jakarta Sans"/>
            </a:endParaRPr>
          </a:p>
        </p:txBody>
      </p:sp>
      <p:graphicFrame>
        <p:nvGraphicFramePr>
          <p:cNvPr id="450" name="Google Shape;450;p69"/>
          <p:cNvGraphicFramePr/>
          <p:nvPr/>
        </p:nvGraphicFramePr>
        <p:xfrm>
          <a:off x="420713" y="1135010"/>
          <a:ext cx="3000000" cy="3000000"/>
        </p:xfrm>
        <a:graphic>
          <a:graphicData uri="http://schemas.openxmlformats.org/drawingml/2006/table">
            <a:tbl>
              <a:tblPr>
                <a:noFill/>
                <a:tableStyleId>{22E7FE4D-49C8-4E87-91DA-DCC65A12446D}</a:tableStyleId>
              </a:tblPr>
              <a:tblGrid>
                <a:gridCol w="1582875"/>
                <a:gridCol w="4321425"/>
                <a:gridCol w="2408550"/>
              </a:tblGrid>
              <a:tr h="560275">
                <a:tc>
                  <a:txBody>
                    <a:bodyPr/>
                    <a:lstStyle/>
                    <a:p>
                      <a:pPr indent="0" lvl="0" marL="0" rtl="0" algn="l">
                        <a:spcBef>
                          <a:spcPts val="0"/>
                        </a:spcBef>
                        <a:spcAft>
                          <a:spcPts val="0"/>
                        </a:spcAft>
                        <a:buNone/>
                      </a:pPr>
                      <a:r>
                        <a:rPr lang="en" sz="1000">
                          <a:solidFill>
                            <a:srgbClr val="FFFFFF"/>
                          </a:solidFill>
                          <a:latin typeface="Plus Jakarta Sans SemiBold"/>
                          <a:ea typeface="Plus Jakarta Sans SemiBold"/>
                          <a:cs typeface="Plus Jakarta Sans SemiBold"/>
                          <a:sym typeface="Plus Jakarta Sans SemiBold"/>
                        </a:rPr>
                        <a:t>Role</a:t>
                      </a:r>
                      <a:endParaRPr sz="1000">
                        <a:solidFill>
                          <a:srgbClr val="FFFFFF"/>
                        </a:solidFill>
                        <a:latin typeface="Plus Jakarta Sans SemiBold"/>
                        <a:ea typeface="Plus Jakarta Sans SemiBold"/>
                        <a:cs typeface="Plus Jakarta Sans SemiBold"/>
                        <a:sym typeface="Plus Jakarta Sans SemiBold"/>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000">
                          <a:solidFill>
                            <a:srgbClr val="FFFFFF"/>
                          </a:solidFill>
                          <a:latin typeface="Plus Jakarta Sans SemiBold"/>
                          <a:ea typeface="Plus Jakarta Sans SemiBold"/>
                          <a:cs typeface="Plus Jakarta Sans SemiBold"/>
                          <a:sym typeface="Plus Jakarta Sans SemiBold"/>
                        </a:rPr>
                        <a:t>Responsibility</a:t>
                      </a:r>
                      <a:endParaRPr sz="1000">
                        <a:solidFill>
                          <a:srgbClr val="FFFFFF"/>
                        </a:solidFill>
                        <a:latin typeface="Plus Jakarta Sans SemiBold"/>
                        <a:ea typeface="Plus Jakarta Sans SemiBold"/>
                        <a:cs typeface="Plus Jakarta Sans SemiBold"/>
                        <a:sym typeface="Plus Jakarta Sans SemiBold"/>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000">
                          <a:solidFill>
                            <a:srgbClr val="FFFFFF"/>
                          </a:solidFill>
                          <a:latin typeface="Plus Jakarta Sans SemiBold"/>
                          <a:ea typeface="Plus Jakarta Sans SemiBold"/>
                          <a:cs typeface="Plus Jakarta Sans SemiBold"/>
                          <a:sym typeface="Plus Jakarta Sans SemiBold"/>
                        </a:rPr>
                        <a:t>Frontdoor</a:t>
                      </a:r>
                      <a:r>
                        <a:rPr lang="en" sz="1000">
                          <a:solidFill>
                            <a:srgbClr val="FF0000"/>
                          </a:solidFill>
                          <a:latin typeface="Plus Jakarta Sans SemiBold"/>
                          <a:ea typeface="Plus Jakarta Sans SemiBold"/>
                          <a:cs typeface="Plus Jakarta Sans SemiBold"/>
                          <a:sym typeface="Plus Jakarta Sans SemiBold"/>
                        </a:rPr>
                        <a:t> </a:t>
                      </a:r>
                      <a:r>
                        <a:rPr lang="en" sz="1000">
                          <a:solidFill>
                            <a:srgbClr val="FFFFFF"/>
                          </a:solidFill>
                          <a:latin typeface="Plus Jakarta Sans SemiBold"/>
                          <a:ea typeface="Plus Jakarta Sans SemiBold"/>
                          <a:cs typeface="Plus Jakarta Sans SemiBold"/>
                          <a:sym typeface="Plus Jakarta Sans SemiBold"/>
                        </a:rPr>
                        <a:t>Team Member</a:t>
                      </a:r>
                      <a:endParaRPr sz="1000">
                        <a:solidFill>
                          <a:srgbClr val="FFFFFF"/>
                        </a:solidFill>
                        <a:latin typeface="Plus Jakarta Sans SemiBold"/>
                        <a:ea typeface="Plus Jakarta Sans SemiBold"/>
                        <a:cs typeface="Plus Jakarta Sans SemiBold"/>
                        <a:sym typeface="Plus Jakarta Sans SemiBold"/>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chemeClr val="accent1"/>
                    </a:solidFill>
                  </a:tcPr>
                </a:tc>
              </a:tr>
              <a:tr h="685925">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Client Sponsor</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102870" lvl="0" marL="100584" rtl="0" algn="l">
                        <a:spcBef>
                          <a:spcPts val="0"/>
                        </a:spcBef>
                        <a:spcAft>
                          <a:spcPts val="0"/>
                        </a:spcAft>
                        <a:buSzPts val="900"/>
                        <a:buFont typeface="Plus Jakarta Sans"/>
                        <a:buChar char="●"/>
                      </a:pPr>
                      <a:r>
                        <a:rPr lang="en" sz="900">
                          <a:latin typeface="Plus Jakarta Sans"/>
                          <a:ea typeface="Plus Jakarta Sans"/>
                          <a:cs typeface="Plus Jakarta Sans"/>
                          <a:sym typeface="Plus Jakarta Sans"/>
                        </a:rPr>
                        <a:t>Project sponsor empowered to make all client decisions on behalf of the project</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228600" lvl="0" marL="285750" rtl="0" algn="l">
                        <a:spcBef>
                          <a:spcPts val="0"/>
                        </a:spcBef>
                        <a:spcAft>
                          <a:spcPts val="0"/>
                        </a:spcAft>
                        <a:buNone/>
                      </a:pPr>
                      <a:r>
                        <a:rPr lang="en" sz="900">
                          <a:latin typeface="Plus Jakarta Sans"/>
                          <a:ea typeface="Plus Jakarta Sans"/>
                          <a:cs typeface="Plus Jakarta Sans"/>
                          <a:sym typeface="Plus Jakarta Sans"/>
                        </a:rPr>
                        <a:t>Andrew Kroes</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r>
              <a:tr h="685925">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Client Point of Contact (POC)</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102870" lvl="0" marL="100584" rtl="0" algn="l">
                        <a:spcBef>
                          <a:spcPts val="0"/>
                        </a:spcBef>
                        <a:spcAft>
                          <a:spcPts val="0"/>
                        </a:spcAft>
                        <a:buSzPts val="900"/>
                        <a:buFont typeface="Plus Jakarta Sans"/>
                        <a:buChar char="●"/>
                      </a:pPr>
                      <a:r>
                        <a:rPr lang="en" sz="900">
                          <a:latin typeface="Plus Jakarta Sans"/>
                          <a:ea typeface="Plus Jakarta Sans"/>
                          <a:cs typeface="Plus Jakarta Sans"/>
                          <a:sym typeface="Plus Jakarta Sans"/>
                        </a:rPr>
                        <a:t>Primary client contact for coordination of all day to day activities and escalations</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228600" lvl="0" marL="285750" rtl="0" algn="l">
                        <a:spcBef>
                          <a:spcPts val="0"/>
                        </a:spcBef>
                        <a:spcAft>
                          <a:spcPts val="0"/>
                        </a:spcAft>
                        <a:buNone/>
                      </a:pPr>
                      <a:r>
                        <a:rPr lang="en" sz="900">
                          <a:latin typeface="Plus Jakarta Sans"/>
                          <a:ea typeface="Plus Jakarta Sans"/>
                          <a:cs typeface="Plus Jakarta Sans"/>
                          <a:sym typeface="Plus Jakarta Sans"/>
                        </a:rPr>
                        <a:t>Andrew Kroes</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r>
              <a:tr h="685925">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Client Architect</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102870" lvl="0" marL="100584" rtl="0" algn="l">
                        <a:spcBef>
                          <a:spcPts val="0"/>
                        </a:spcBef>
                        <a:spcAft>
                          <a:spcPts val="0"/>
                        </a:spcAft>
                        <a:buSzPts val="900"/>
                        <a:buFont typeface="Plus Jakarta Sans"/>
                        <a:buChar char="●"/>
                      </a:pPr>
                      <a:r>
                        <a:rPr lang="en" sz="900">
                          <a:latin typeface="Plus Jakarta Sans"/>
                          <a:ea typeface="Plus Jakarta Sans"/>
                          <a:cs typeface="Plus Jakarta Sans"/>
                          <a:sym typeface="Plus Jakarta Sans"/>
                        </a:rPr>
                        <a:t>Client contact who has authority to make all architectural decisions</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228600" lvl="0" marL="285750" rtl="0" algn="l">
                        <a:spcBef>
                          <a:spcPts val="0"/>
                        </a:spcBef>
                        <a:spcAft>
                          <a:spcPts val="0"/>
                        </a:spcAft>
                        <a:buNone/>
                      </a:pPr>
                      <a:r>
                        <a:rPr lang="en" sz="900">
                          <a:latin typeface="Plus Jakarta Sans"/>
                          <a:ea typeface="Plus Jakarta Sans"/>
                          <a:cs typeface="Plus Jakarta Sans"/>
                          <a:sym typeface="Plus Jakarta Sans"/>
                        </a:rPr>
                        <a:t>Robert Steward</a:t>
                      </a:r>
                      <a:endParaRPr sz="900">
                        <a:latin typeface="Plus Jakarta Sans"/>
                        <a:ea typeface="Plus Jakarta Sans"/>
                        <a:cs typeface="Plus Jakarta Sans"/>
                        <a:sym typeface="Plus Jakarta Sans"/>
                      </a:endParaRPr>
                    </a:p>
                    <a:p>
                      <a:pPr indent="-228600" lvl="0" marL="285750" rtl="0" algn="l">
                        <a:spcBef>
                          <a:spcPts val="0"/>
                        </a:spcBef>
                        <a:spcAft>
                          <a:spcPts val="0"/>
                        </a:spcAft>
                        <a:buNone/>
                      </a:pPr>
                      <a:r>
                        <a:rPr lang="en" sz="900">
                          <a:latin typeface="Plus Jakarta Sans"/>
                          <a:ea typeface="Plus Jakarta Sans"/>
                          <a:cs typeface="Plus Jakarta Sans"/>
                          <a:sym typeface="Plus Jakarta Sans"/>
                        </a:rPr>
                        <a:t>Denis Pokorny</a:t>
                      </a:r>
                      <a:endParaRPr sz="900">
                        <a:latin typeface="Plus Jakarta Sans"/>
                        <a:ea typeface="Plus Jakarta Sans"/>
                        <a:cs typeface="Plus Jakarta Sans"/>
                        <a:sym typeface="Plus Jakarta Sans"/>
                      </a:endParaRPr>
                    </a:p>
                    <a:p>
                      <a:pPr indent="-228600" lvl="0" marL="285750" rtl="0" algn="l">
                        <a:spcBef>
                          <a:spcPts val="0"/>
                        </a:spcBef>
                        <a:spcAft>
                          <a:spcPts val="0"/>
                        </a:spcAft>
                        <a:buNone/>
                      </a:pPr>
                      <a:r>
                        <a:rPr lang="en" sz="900">
                          <a:latin typeface="Plus Jakarta Sans"/>
                          <a:ea typeface="Plus Jakarta Sans"/>
                          <a:cs typeface="Plus Jakarta Sans"/>
                          <a:sym typeface="Plus Jakarta Sans"/>
                        </a:rPr>
                        <a:t>Ashish Agarwal</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r>
              <a:tr h="936200">
                <a:tc>
                  <a:txBody>
                    <a:bodyPr/>
                    <a:lstStyle/>
                    <a:p>
                      <a:pPr indent="0" lvl="0" marL="0" rtl="0" algn="l">
                        <a:spcBef>
                          <a:spcPts val="0"/>
                        </a:spcBef>
                        <a:spcAft>
                          <a:spcPts val="0"/>
                        </a:spcAft>
                        <a:buNone/>
                      </a:pPr>
                      <a:r>
                        <a:rPr lang="en" sz="900">
                          <a:latin typeface="Plus Jakarta Sans"/>
                          <a:ea typeface="Plus Jakarta Sans"/>
                          <a:cs typeface="Plus Jakarta Sans"/>
                          <a:sym typeface="Plus Jakarta Sans"/>
                        </a:rPr>
                        <a:t>Client Staff</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102870" lvl="0" marL="100584" rtl="0" algn="l">
                        <a:spcBef>
                          <a:spcPts val="0"/>
                        </a:spcBef>
                        <a:spcAft>
                          <a:spcPts val="0"/>
                        </a:spcAft>
                        <a:buSzPts val="900"/>
                        <a:buFont typeface="Plus Jakarta Sans"/>
                        <a:buChar char="●"/>
                      </a:pPr>
                      <a:r>
                        <a:rPr lang="en" sz="900">
                          <a:latin typeface="Plus Jakarta Sans"/>
                          <a:ea typeface="Plus Jakarta Sans"/>
                          <a:cs typeface="Plus Jakarta Sans"/>
                          <a:sym typeface="Plus Jakarta Sans"/>
                        </a:rPr>
                        <a:t>Designated client staff who will alongside 66degrees during the engagement. Knowledge transfer is provided throughout the engagement, the client is responsible for the availability</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c>
                  <a:txBody>
                    <a:bodyPr/>
                    <a:lstStyle/>
                    <a:p>
                      <a:pPr indent="-228600" lvl="0" marL="285750" rtl="0" algn="l">
                        <a:spcBef>
                          <a:spcPts val="0"/>
                        </a:spcBef>
                        <a:spcAft>
                          <a:spcPts val="0"/>
                        </a:spcAft>
                        <a:buNone/>
                      </a:pPr>
                      <a:r>
                        <a:rPr lang="en" sz="900">
                          <a:latin typeface="Plus Jakarta Sans"/>
                          <a:ea typeface="Plus Jakarta Sans"/>
                          <a:cs typeface="Plus Jakarta Sans"/>
                          <a:sym typeface="Plus Jakarta Sans"/>
                        </a:rPr>
                        <a:t>Robert Steward</a:t>
                      </a:r>
                      <a:endParaRPr sz="900">
                        <a:latin typeface="Plus Jakarta Sans"/>
                        <a:ea typeface="Plus Jakarta Sans"/>
                        <a:cs typeface="Plus Jakarta Sans"/>
                        <a:sym typeface="Plus Jakarta Sans"/>
                      </a:endParaRPr>
                    </a:p>
                    <a:p>
                      <a:pPr indent="-228600" lvl="0" marL="285750" rtl="0" algn="l">
                        <a:spcBef>
                          <a:spcPts val="0"/>
                        </a:spcBef>
                        <a:spcAft>
                          <a:spcPts val="0"/>
                        </a:spcAft>
                        <a:buNone/>
                      </a:pPr>
                      <a:r>
                        <a:rPr lang="en" sz="900">
                          <a:latin typeface="Plus Jakarta Sans"/>
                          <a:ea typeface="Plus Jakarta Sans"/>
                          <a:cs typeface="Plus Jakarta Sans"/>
                          <a:sym typeface="Plus Jakarta Sans"/>
                        </a:rPr>
                        <a:t>Denis Pokorny</a:t>
                      </a:r>
                      <a:endParaRPr sz="900">
                        <a:latin typeface="Plus Jakarta Sans"/>
                        <a:ea typeface="Plus Jakarta Sans"/>
                        <a:cs typeface="Plus Jakarta Sans"/>
                        <a:sym typeface="Plus Jakarta Sans"/>
                      </a:endParaRPr>
                    </a:p>
                    <a:p>
                      <a:pPr indent="-228600" lvl="0" marL="285750" rtl="0" algn="l">
                        <a:spcBef>
                          <a:spcPts val="0"/>
                        </a:spcBef>
                        <a:spcAft>
                          <a:spcPts val="0"/>
                        </a:spcAft>
                        <a:buNone/>
                      </a:pPr>
                      <a:r>
                        <a:rPr lang="en" sz="900">
                          <a:latin typeface="Plus Jakarta Sans"/>
                          <a:ea typeface="Plus Jakarta Sans"/>
                          <a:cs typeface="Plus Jakarta Sans"/>
                          <a:sym typeface="Plus Jakarta Sans"/>
                        </a:rPr>
                        <a:t>Ashish Agarwal</a:t>
                      </a:r>
                      <a:endParaRPr sz="900">
                        <a:latin typeface="Plus Jakarta Sans"/>
                        <a:ea typeface="Plus Jakarta Sans"/>
                        <a:cs typeface="Plus Jakarta Sans"/>
                        <a:sym typeface="Plus Jakarta Sans"/>
                      </a:endParaRPr>
                    </a:p>
                  </a:txBody>
                  <a:tcPr marT="64000" marB="63500" marR="63500" marL="91425" anchor="ctr">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tcPr>
                </a:tc>
              </a:tr>
            </a:tbl>
          </a:graphicData>
        </a:graphic>
      </p:graphicFrame>
      <p:pic>
        <p:nvPicPr>
          <p:cNvPr id="451" name="Google Shape;451;p69"/>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70"/>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457" name="Google Shape;457;p70" title="AdobeStock_259372888.jpeg"/>
          <p:cNvPicPr preferRelativeResize="0"/>
          <p:nvPr/>
        </p:nvPicPr>
        <p:blipFill rotWithShape="1">
          <a:blip r:embed="rId3">
            <a:alphaModFix/>
          </a:blip>
          <a:srcRect b="0" l="30595" r="30595" t="0"/>
          <a:stretch/>
        </p:blipFill>
        <p:spPr>
          <a:xfrm>
            <a:off x="6482400" y="0"/>
            <a:ext cx="2661600" cy="5143500"/>
          </a:xfrm>
          <a:prstGeom prst="roundRect">
            <a:avLst>
              <a:gd fmla="val 0" name="adj"/>
            </a:avLst>
          </a:prstGeom>
          <a:noFill/>
          <a:ln>
            <a:noFill/>
          </a:ln>
        </p:spPr>
      </p:pic>
      <p:pic>
        <p:nvPicPr>
          <p:cNvPr id="458" name="Google Shape;458;p70" title="Logotype - Night Blue.png"/>
          <p:cNvPicPr preferRelativeResize="0"/>
          <p:nvPr/>
        </p:nvPicPr>
        <p:blipFill>
          <a:blip r:embed="rId4">
            <a:alphaModFix/>
          </a:blip>
          <a:stretch>
            <a:fillRect/>
          </a:stretch>
        </p:blipFill>
        <p:spPr>
          <a:xfrm>
            <a:off x="342900" y="4846076"/>
            <a:ext cx="540948" cy="127575"/>
          </a:xfrm>
          <a:prstGeom prst="rect">
            <a:avLst/>
          </a:prstGeom>
          <a:noFill/>
          <a:ln>
            <a:noFill/>
          </a:ln>
        </p:spPr>
      </p:pic>
      <p:pic>
        <p:nvPicPr>
          <p:cNvPr id="459" name="Google Shape;459;p70" title="Secondary Mark - 66° White.png"/>
          <p:cNvPicPr preferRelativeResize="0"/>
          <p:nvPr/>
        </p:nvPicPr>
        <p:blipFill rotWithShape="1">
          <a:blip r:embed="rId5">
            <a:alphaModFix amt="10000"/>
          </a:blip>
          <a:srcRect b="0" l="0" r="0" t="0"/>
          <a:stretch/>
        </p:blipFill>
        <p:spPr>
          <a:xfrm>
            <a:off x="6482400" y="3375918"/>
            <a:ext cx="2661598" cy="1775908"/>
          </a:xfrm>
          <a:prstGeom prst="rect">
            <a:avLst/>
          </a:prstGeom>
          <a:noFill/>
          <a:ln>
            <a:noFill/>
          </a:ln>
        </p:spPr>
      </p:pic>
      <p:sp>
        <p:nvSpPr>
          <p:cNvPr id="460" name="Google Shape;460;p70"/>
          <p:cNvSpPr/>
          <p:nvPr/>
        </p:nvSpPr>
        <p:spPr>
          <a:xfrm>
            <a:off x="342900" y="819150"/>
            <a:ext cx="2809800" cy="3562200"/>
          </a:xfrm>
          <a:prstGeom prst="roundRect">
            <a:avLst>
              <a:gd fmla="val 2711" name="adj"/>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1" name="Google Shape;461;p70"/>
          <p:cNvSpPr/>
          <p:nvPr/>
        </p:nvSpPr>
        <p:spPr>
          <a:xfrm>
            <a:off x="3324225" y="819150"/>
            <a:ext cx="2809800" cy="3562200"/>
          </a:xfrm>
          <a:prstGeom prst="roundRect">
            <a:avLst>
              <a:gd fmla="val 2711" name="adj"/>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70"/>
          <p:cNvSpPr txBox="1"/>
          <p:nvPr>
            <p:ph type="title"/>
          </p:nvPr>
        </p:nvSpPr>
        <p:spPr>
          <a:xfrm>
            <a:off x="231025" y="228600"/>
            <a:ext cx="6251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Success Criteria</a:t>
            </a:r>
            <a:endParaRPr/>
          </a:p>
        </p:txBody>
      </p:sp>
      <p:grpSp>
        <p:nvGrpSpPr>
          <p:cNvPr id="463" name="Google Shape;463;p70"/>
          <p:cNvGrpSpPr/>
          <p:nvPr/>
        </p:nvGrpSpPr>
        <p:grpSpPr>
          <a:xfrm>
            <a:off x="457200" y="933450"/>
            <a:ext cx="2581200" cy="3333900"/>
            <a:chOff x="0" y="0"/>
            <a:chExt cx="2581200" cy="3333900"/>
          </a:xfrm>
        </p:grpSpPr>
        <p:sp>
          <p:nvSpPr>
            <p:cNvPr id="464" name="Google Shape;464;p70"/>
            <p:cNvSpPr/>
            <p:nvPr/>
          </p:nvSpPr>
          <p:spPr>
            <a:xfrm>
              <a:off x="0" y="0"/>
              <a:ext cx="2581200" cy="3333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5" name="Google Shape;465;p70"/>
            <p:cNvSpPr txBox="1"/>
            <p:nvPr/>
          </p:nvSpPr>
          <p:spPr>
            <a:xfrm>
              <a:off x="0" y="0"/>
              <a:ext cx="25812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052FF"/>
                  </a:solidFill>
                  <a:latin typeface="Plus Jakarta Sans"/>
                  <a:ea typeface="Plus Jakarta Sans"/>
                  <a:cs typeface="Plus Jakarta Sans"/>
                  <a:sym typeface="Plus Jakarta Sans"/>
                </a:rPr>
                <a:t>Technical Criteria</a:t>
              </a:r>
              <a:endParaRPr b="1" sz="1400">
                <a:solidFill>
                  <a:srgbClr val="0052FF"/>
                </a:solidFill>
                <a:latin typeface="Plus Jakarta Sans"/>
                <a:ea typeface="Plus Jakarta Sans"/>
                <a:cs typeface="Plus Jakarta Sans"/>
                <a:sym typeface="Plus Jakarta Sans"/>
              </a:endParaRPr>
            </a:p>
            <a:p>
              <a:pPr indent="-292100" lvl="0" marL="457200" rtl="0" algn="l">
                <a:spcBef>
                  <a:spcPts val="1050"/>
                </a:spcBef>
                <a:spcAft>
                  <a:spcPts val="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All 133 PL/SQL objects successfully translated.</a:t>
              </a:r>
              <a:endParaRPr b="0" sz="1000">
                <a:solidFill>
                  <a:srgbClr val="040A1B"/>
                </a:solidFill>
                <a:latin typeface="Plus Jakarta Sans Light"/>
                <a:ea typeface="Plus Jakarta Sans Light"/>
                <a:cs typeface="Plus Jakarta Sans Light"/>
                <a:sym typeface="Plus Jakarta Sans Light"/>
              </a:endParaRPr>
            </a:p>
            <a:p>
              <a:pPr indent="-292100" lvl="0" marL="457200" rtl="0" algn="l">
                <a:spcBef>
                  <a:spcPts val="900"/>
                </a:spcBef>
                <a:spcAft>
                  <a:spcPts val="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18 production-ready microservices delivered.</a:t>
              </a:r>
              <a:endParaRPr b="0" sz="1000">
                <a:solidFill>
                  <a:srgbClr val="040A1B"/>
                </a:solidFill>
                <a:latin typeface="Plus Jakarta Sans Light"/>
                <a:ea typeface="Plus Jakarta Sans Light"/>
                <a:cs typeface="Plus Jakarta Sans Light"/>
                <a:sym typeface="Plus Jakarta Sans Light"/>
              </a:endParaRPr>
            </a:p>
            <a:p>
              <a:pPr indent="-292100" lvl="0" marL="457200" rtl="0" algn="l">
                <a:spcBef>
                  <a:spcPts val="900"/>
                </a:spcBef>
                <a:spcAft>
                  <a:spcPts val="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6 reusable shared libraries developed.</a:t>
              </a:r>
              <a:endParaRPr b="0" sz="1000">
                <a:solidFill>
                  <a:srgbClr val="040A1B"/>
                </a:solidFill>
                <a:latin typeface="Plus Jakarta Sans Light"/>
                <a:ea typeface="Plus Jakarta Sans Light"/>
                <a:cs typeface="Plus Jakarta Sans Light"/>
                <a:sym typeface="Plus Jakarta Sans Light"/>
              </a:endParaRPr>
            </a:p>
            <a:p>
              <a:pPr indent="-292100" lvl="0" marL="457200" rtl="0" algn="l">
                <a:spcBef>
                  <a:spcPts val="900"/>
                </a:spcBef>
                <a:spcAft>
                  <a:spcPts val="90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Successful deployment on AWS EKS.</a:t>
              </a:r>
              <a:endParaRPr b="0" sz="1000">
                <a:solidFill>
                  <a:srgbClr val="040A1B"/>
                </a:solidFill>
                <a:latin typeface="Plus Jakarta Sans Light"/>
                <a:ea typeface="Plus Jakarta Sans Light"/>
                <a:cs typeface="Plus Jakarta Sans Light"/>
                <a:sym typeface="Plus Jakarta Sans Light"/>
              </a:endParaRPr>
            </a:p>
          </p:txBody>
        </p:sp>
      </p:grpSp>
      <p:grpSp>
        <p:nvGrpSpPr>
          <p:cNvPr id="466" name="Google Shape;466;p70"/>
          <p:cNvGrpSpPr/>
          <p:nvPr/>
        </p:nvGrpSpPr>
        <p:grpSpPr>
          <a:xfrm>
            <a:off x="3438525" y="933450"/>
            <a:ext cx="2581200" cy="3333900"/>
            <a:chOff x="0" y="0"/>
            <a:chExt cx="2581200" cy="3333900"/>
          </a:xfrm>
        </p:grpSpPr>
        <p:sp>
          <p:nvSpPr>
            <p:cNvPr id="467" name="Google Shape;467;p70"/>
            <p:cNvSpPr/>
            <p:nvPr/>
          </p:nvSpPr>
          <p:spPr>
            <a:xfrm>
              <a:off x="0" y="0"/>
              <a:ext cx="2581200" cy="3333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70"/>
            <p:cNvSpPr txBox="1"/>
            <p:nvPr/>
          </p:nvSpPr>
          <p:spPr>
            <a:xfrm>
              <a:off x="0" y="0"/>
              <a:ext cx="25812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0052FF"/>
                  </a:solidFill>
                  <a:latin typeface="Plus Jakarta Sans"/>
                  <a:ea typeface="Plus Jakarta Sans"/>
                  <a:cs typeface="Plus Jakarta Sans"/>
                  <a:sym typeface="Plus Jakarta Sans"/>
                </a:rPr>
                <a:t>Non-Technical Criteria</a:t>
              </a:r>
              <a:endParaRPr b="1" sz="1400">
                <a:solidFill>
                  <a:srgbClr val="0052FF"/>
                </a:solidFill>
                <a:latin typeface="Plus Jakarta Sans"/>
                <a:ea typeface="Plus Jakarta Sans"/>
                <a:cs typeface="Plus Jakarta Sans"/>
                <a:sym typeface="Plus Jakarta Sans"/>
              </a:endParaRPr>
            </a:p>
            <a:p>
              <a:pPr indent="-292100" lvl="0" marL="457200" rtl="0" algn="l">
                <a:spcBef>
                  <a:spcPts val="1050"/>
                </a:spcBef>
                <a:spcAft>
                  <a:spcPts val="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Functional parity with existing Oracle business logic.</a:t>
              </a:r>
              <a:endParaRPr b="0" sz="1000">
                <a:solidFill>
                  <a:srgbClr val="040A1B"/>
                </a:solidFill>
                <a:latin typeface="Plus Jakarta Sans Light"/>
                <a:ea typeface="Plus Jakarta Sans Light"/>
                <a:cs typeface="Plus Jakarta Sans Light"/>
                <a:sym typeface="Plus Jakarta Sans Light"/>
              </a:endParaRPr>
            </a:p>
            <a:p>
              <a:pPr indent="-292100" lvl="0" marL="457200" rtl="0" algn="l">
                <a:spcBef>
                  <a:spcPts val="900"/>
                </a:spcBef>
                <a:spcAft>
                  <a:spcPts val="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Stable integration with ERP/JDE and downstream systems.</a:t>
              </a:r>
              <a:endParaRPr b="0" sz="1000">
                <a:solidFill>
                  <a:srgbClr val="040A1B"/>
                </a:solidFill>
                <a:latin typeface="Plus Jakarta Sans Light"/>
                <a:ea typeface="Plus Jakarta Sans Light"/>
                <a:cs typeface="Plus Jakarta Sans Light"/>
                <a:sym typeface="Plus Jakarta Sans Light"/>
              </a:endParaRPr>
            </a:p>
            <a:p>
              <a:pPr indent="-292100" lvl="0" marL="457200" rtl="0" algn="l">
                <a:spcBef>
                  <a:spcPts val="900"/>
                </a:spcBef>
                <a:spcAft>
                  <a:spcPts val="900"/>
                </a:spcAft>
                <a:buClr>
                  <a:srgbClr val="040A1B"/>
                </a:buClr>
                <a:buSzPts val="1000"/>
                <a:buFont typeface="Plus Jakarta Sans"/>
                <a:buChar char="●"/>
              </a:pPr>
              <a:r>
                <a:rPr b="0" lang="en" sz="1000">
                  <a:solidFill>
                    <a:srgbClr val="040A1B"/>
                  </a:solidFill>
                  <a:latin typeface="Plus Jakarta Sans Light"/>
                  <a:ea typeface="Plus Jakarta Sans Light"/>
                  <a:cs typeface="Plus Jakarta Sans Light"/>
                  <a:sym typeface="Plus Jakarta Sans Light"/>
                </a:rPr>
                <a:t>Successful completion of all three modernization phases within scope and quality expectations.</a:t>
              </a:r>
              <a:endParaRPr b="0" sz="1000">
                <a:solidFill>
                  <a:srgbClr val="040A1B"/>
                </a:solidFill>
                <a:latin typeface="Plus Jakarta Sans Light"/>
                <a:ea typeface="Plus Jakarta Sans Light"/>
                <a:cs typeface="Plus Jakarta Sans Light"/>
                <a:sym typeface="Plus Jakarta Sans Light"/>
              </a:endParaRPr>
            </a:p>
          </p:txBody>
        </p:sp>
      </p:grpSp>
      <p:pic>
        <p:nvPicPr>
          <p:cNvPr id="469" name="Google Shape;469;p70"/>
          <p:cNvPicPr preferRelativeResize="0"/>
          <p:nvPr/>
        </p:nvPicPr>
        <p:blipFill>
          <a:blip r:embed="rId6">
            <a:alphaModFix/>
          </a:blip>
          <a:stretch>
            <a:fillRect/>
          </a:stretch>
        </p:blipFill>
        <p:spPr>
          <a:xfrm>
            <a:off x="956625" y="4689225"/>
            <a:ext cx="914400" cy="451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71"/>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Project Scope &amp; Deliverables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grpSp>
        <p:nvGrpSpPr>
          <p:cNvPr id="479" name="Google Shape;479;p72"/>
          <p:cNvGrpSpPr/>
          <p:nvPr/>
        </p:nvGrpSpPr>
        <p:grpSpPr>
          <a:xfrm>
            <a:off x="342900" y="952500"/>
            <a:ext cx="2667000" cy="3571800"/>
            <a:chOff x="0" y="0"/>
            <a:chExt cx="2667000" cy="3571800"/>
          </a:xfrm>
        </p:grpSpPr>
        <p:sp>
          <p:nvSpPr>
            <p:cNvPr id="480" name="Google Shape;480;p72"/>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72"/>
            <p:cNvSpPr/>
            <p:nvPr/>
          </p:nvSpPr>
          <p:spPr>
            <a:xfrm>
              <a:off x="0" y="0"/>
              <a:ext cx="2667000" cy="57300"/>
            </a:xfrm>
            <a:prstGeom prst="roundRect">
              <a:avLst>
                <a:gd fmla="val 50000" name="adj"/>
              </a:avLst>
            </a:prstGeom>
            <a:solidFill>
              <a:srgbClr val="1F6C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72"/>
            <p:cNvSpPr txBox="1"/>
            <p:nvPr/>
          </p:nvSpPr>
          <p:spPr>
            <a:xfrm>
              <a:off x="142875" y="190500"/>
              <a:ext cx="23814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1F6CFF"/>
                  </a:solidFill>
                  <a:latin typeface="Plus Jakarta Sans"/>
                  <a:ea typeface="Plus Jakarta Sans"/>
                  <a:cs typeface="Plus Jakarta Sans"/>
                  <a:sym typeface="Plus Jakarta Sans"/>
                </a:rPr>
                <a:t>Phase 1</a:t>
              </a:r>
              <a:endParaRPr>
                <a:latin typeface="Plus Jakarta Sans"/>
                <a:ea typeface="Plus Jakarta Sans"/>
                <a:cs typeface="Plus Jakarta Sans"/>
                <a:sym typeface="Plus Jakarta Sans"/>
              </a:endParaRPr>
            </a:p>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Core Transactional</a:t>
              </a:r>
              <a:endParaRPr b="1" sz="1300">
                <a:solidFill>
                  <a:srgbClr val="040A1B"/>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None/>
              </a:pPr>
              <a:r>
                <a:rPr b="0" lang="en" sz="1000">
                  <a:solidFill>
                    <a:srgbClr val="0F172A"/>
                  </a:solidFill>
                  <a:latin typeface="Plus Jakarta Sans SemiBold"/>
                  <a:ea typeface="Plus Jakarta Sans SemiBold"/>
                  <a:cs typeface="Plus Jakarta Sans SemiBold"/>
                  <a:sym typeface="Plus Jakarta Sans SemiBold"/>
                </a:rPr>
                <a:t>Functional Scope:</a:t>
              </a:r>
              <a:r>
                <a:rPr b="0" lang="en" sz="1000">
                  <a:solidFill>
                    <a:srgbClr val="334155"/>
                  </a:solidFill>
                  <a:latin typeface="Plus Jakarta Sans Light"/>
                  <a:ea typeface="Plus Jakarta Sans Light"/>
                  <a:cs typeface="Plus Jakarta Sans Light"/>
                  <a:sym typeface="Plus Jakarta Sans Light"/>
                </a:rPr>
                <a:t> </a:t>
              </a:r>
              <a:r>
                <a:rPr b="0" lang="en" sz="1000">
                  <a:solidFill>
                    <a:srgbClr val="334155"/>
                  </a:solidFill>
                  <a:latin typeface="Plus Jakarta Sans Light"/>
                  <a:ea typeface="Plus Jakarta Sans Light"/>
                  <a:cs typeface="Plus Jakarta Sans Light"/>
                  <a:sym typeface="Plus Jakarta Sans Light"/>
                </a:rPr>
                <a:t>Modernization of fifty-two (52) validated PL/SQL objects spanning Sales Origination &amp; Pricing, Service Dispatch, and Vendor </a:t>
              </a:r>
              <a:r>
                <a:rPr b="0" lang="en" sz="1000">
                  <a:solidFill>
                    <a:srgbClr val="334155"/>
                  </a:solidFill>
                  <a:latin typeface="Plus Jakarta Sans Light"/>
                  <a:ea typeface="Plus Jakarta Sans Light"/>
                  <a:cs typeface="Plus Jakarta Sans Light"/>
                  <a:sym typeface="Plus Jakarta Sans Light"/>
                </a:rPr>
                <a:t>Management</a:t>
              </a:r>
              <a:r>
                <a:rPr b="0" lang="en" sz="1000">
                  <a:solidFill>
                    <a:srgbClr val="334155"/>
                  </a:solidFill>
                  <a:latin typeface="Plus Jakarta Sans Light"/>
                  <a:ea typeface="Plus Jakarta Sans Light"/>
                  <a:cs typeface="Plus Jakarta Sans Light"/>
                  <a:sym typeface="Plus Jakarta Sans Light"/>
                </a:rPr>
                <a:t>.</a:t>
              </a:r>
              <a:endParaRPr b="0" sz="1000">
                <a:solidFill>
                  <a:srgbClr val="334155"/>
                </a:solidFill>
                <a:latin typeface="Plus Jakarta Sans Light"/>
                <a:ea typeface="Plus Jakarta Sans Light"/>
                <a:cs typeface="Plus Jakarta Sans Light"/>
                <a:sym typeface="Plus Jakarta Sans Light"/>
              </a:endParaRPr>
            </a:p>
            <a:p>
              <a:pPr indent="0" lvl="0" marL="0" rtl="0" algn="l">
                <a:lnSpc>
                  <a:spcPct val="115000"/>
                </a:lnSpc>
                <a:spcBef>
                  <a:spcPts val="900"/>
                </a:spcBef>
                <a:spcAft>
                  <a:spcPts val="900"/>
                </a:spcAft>
                <a:buNone/>
              </a:pPr>
              <a:r>
                <a:rPr b="0" lang="en" sz="1000">
                  <a:solidFill>
                    <a:srgbClr val="0F172A"/>
                  </a:solidFill>
                  <a:latin typeface="Plus Jakarta Sans SemiBold"/>
                  <a:ea typeface="Plus Jakarta Sans SemiBold"/>
                  <a:cs typeface="Plus Jakarta Sans SemiBold"/>
                  <a:sym typeface="Plus Jakarta Sans SemiBold"/>
                </a:rPr>
                <a:t>Target Architecture:</a:t>
              </a:r>
              <a:r>
                <a:rPr b="0" lang="en" sz="1000">
                  <a:solidFill>
                    <a:srgbClr val="334155"/>
                  </a:solidFill>
                  <a:latin typeface="Plus Jakarta Sans Light"/>
                  <a:ea typeface="Plus Jakarta Sans Light"/>
                  <a:cs typeface="Plus Jakarta Sans Light"/>
                  <a:sym typeface="Plus Jakarta Sans Light"/>
                </a:rPr>
                <a:t> Provisioning of corresponding .NET microservices deployed via containerization.</a:t>
              </a:r>
              <a:endParaRPr b="0" sz="1000">
                <a:solidFill>
                  <a:srgbClr val="334155"/>
                </a:solidFill>
                <a:latin typeface="Plus Jakarta Sans Light"/>
                <a:ea typeface="Plus Jakarta Sans Light"/>
                <a:cs typeface="Plus Jakarta Sans Light"/>
                <a:sym typeface="Plus Jakarta Sans Light"/>
              </a:endParaRPr>
            </a:p>
          </p:txBody>
        </p:sp>
      </p:grpSp>
      <p:grpSp>
        <p:nvGrpSpPr>
          <p:cNvPr id="483" name="Google Shape;483;p72"/>
          <p:cNvGrpSpPr/>
          <p:nvPr/>
        </p:nvGrpSpPr>
        <p:grpSpPr>
          <a:xfrm>
            <a:off x="3238500" y="952500"/>
            <a:ext cx="2667000" cy="3571800"/>
            <a:chOff x="0" y="0"/>
            <a:chExt cx="2667000" cy="3571800"/>
          </a:xfrm>
        </p:grpSpPr>
        <p:sp>
          <p:nvSpPr>
            <p:cNvPr id="484" name="Google Shape;484;p72"/>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5" name="Google Shape;485;p72"/>
            <p:cNvSpPr/>
            <p:nvPr/>
          </p:nvSpPr>
          <p:spPr>
            <a:xfrm>
              <a:off x="0" y="0"/>
              <a:ext cx="2667000" cy="57300"/>
            </a:xfrm>
            <a:prstGeom prst="roundRect">
              <a:avLst>
                <a:gd fmla="val 50000" name="adj"/>
              </a:avLst>
            </a:prstGeom>
            <a:solidFill>
              <a:srgbClr val="1F6C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72"/>
            <p:cNvSpPr txBox="1"/>
            <p:nvPr/>
          </p:nvSpPr>
          <p:spPr>
            <a:xfrm>
              <a:off x="142875" y="190500"/>
              <a:ext cx="23814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1F6CFF"/>
                  </a:solidFill>
                  <a:latin typeface="Plus Jakarta Sans"/>
                  <a:ea typeface="Plus Jakarta Sans"/>
                  <a:cs typeface="Plus Jakarta Sans"/>
                  <a:sym typeface="Plus Jakarta Sans"/>
                </a:rPr>
                <a:t>Phase 2</a:t>
              </a:r>
              <a:endParaRPr>
                <a:latin typeface="Plus Jakarta Sans"/>
                <a:ea typeface="Plus Jakarta Sans"/>
                <a:cs typeface="Plus Jakarta Sans"/>
                <a:sym typeface="Plus Jakarta Sans"/>
              </a:endParaRPr>
            </a:p>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Financial &amp; Invoicing</a:t>
              </a:r>
              <a:endParaRPr b="1" sz="1300">
                <a:solidFill>
                  <a:srgbClr val="040A1B"/>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None/>
              </a:pPr>
              <a:r>
                <a:rPr b="0" lang="en" sz="1000">
                  <a:solidFill>
                    <a:srgbClr val="0F172A"/>
                  </a:solidFill>
                  <a:latin typeface="Plus Jakarta Sans SemiBold"/>
                  <a:ea typeface="Plus Jakarta Sans SemiBold"/>
                  <a:cs typeface="Plus Jakarta Sans SemiBold"/>
                  <a:sym typeface="Plus Jakarta Sans SemiBold"/>
                </a:rPr>
                <a:t>Functional Scope:</a:t>
              </a:r>
              <a:r>
                <a:rPr b="0" lang="en" sz="1000">
                  <a:solidFill>
                    <a:srgbClr val="334155"/>
                  </a:solidFill>
                  <a:latin typeface="Plus Jakarta Sans Light"/>
                  <a:ea typeface="Plus Jakarta Sans Light"/>
                  <a:cs typeface="Plus Jakarta Sans Light"/>
                  <a:sym typeface="Plus Jakarta Sans Light"/>
                </a:rPr>
                <a:t> Modernization of forty-one (41) validated PL/SQL objects spanning Payment Processing, Invoicing, and Commission Calculation.</a:t>
              </a:r>
              <a:endParaRPr b="0" sz="1000">
                <a:solidFill>
                  <a:srgbClr val="334155"/>
                </a:solidFill>
                <a:latin typeface="Plus Jakarta Sans Light"/>
                <a:ea typeface="Plus Jakarta Sans Light"/>
                <a:cs typeface="Plus Jakarta Sans Light"/>
                <a:sym typeface="Plus Jakarta Sans Light"/>
              </a:endParaRPr>
            </a:p>
            <a:p>
              <a:pPr indent="0" lvl="0" marL="0" rtl="0" algn="l">
                <a:lnSpc>
                  <a:spcPct val="115000"/>
                </a:lnSpc>
                <a:spcBef>
                  <a:spcPts val="900"/>
                </a:spcBef>
                <a:spcAft>
                  <a:spcPts val="0"/>
                </a:spcAft>
                <a:buNone/>
              </a:pPr>
              <a:r>
                <a:rPr b="0" lang="en" sz="1000">
                  <a:solidFill>
                    <a:srgbClr val="0F172A"/>
                  </a:solidFill>
                  <a:latin typeface="Plus Jakarta Sans SemiBold"/>
                  <a:ea typeface="Plus Jakarta Sans SemiBold"/>
                  <a:cs typeface="Plus Jakarta Sans SemiBold"/>
                  <a:sym typeface="Plus Jakarta Sans SemiBold"/>
                </a:rPr>
                <a:t>Target Architecture:</a:t>
              </a:r>
              <a:r>
                <a:rPr b="0" lang="en" sz="1000">
                  <a:solidFill>
                    <a:srgbClr val="334155"/>
                  </a:solidFill>
                  <a:latin typeface="Plus Jakarta Sans Light"/>
                  <a:ea typeface="Plus Jakarta Sans Light"/>
                  <a:cs typeface="Plus Jakarta Sans Light"/>
                  <a:sym typeface="Plus Jakarta Sans Light"/>
                </a:rPr>
                <a:t> Extension of the .NET service mesh, ensuring transactional security parameters are preserved.</a:t>
              </a:r>
              <a:endParaRPr b="0" sz="1000">
                <a:solidFill>
                  <a:srgbClr val="334155"/>
                </a:solidFill>
                <a:latin typeface="Plus Jakarta Sans Light"/>
                <a:ea typeface="Plus Jakarta Sans Light"/>
                <a:cs typeface="Plus Jakarta Sans Light"/>
                <a:sym typeface="Plus Jakarta Sans Light"/>
              </a:endParaRPr>
            </a:p>
          </p:txBody>
        </p:sp>
      </p:grpSp>
      <p:grpSp>
        <p:nvGrpSpPr>
          <p:cNvPr id="487" name="Google Shape;487;p72"/>
          <p:cNvGrpSpPr/>
          <p:nvPr/>
        </p:nvGrpSpPr>
        <p:grpSpPr>
          <a:xfrm>
            <a:off x="6134100" y="952500"/>
            <a:ext cx="2667000" cy="3571800"/>
            <a:chOff x="0" y="0"/>
            <a:chExt cx="2667000" cy="3571800"/>
          </a:xfrm>
        </p:grpSpPr>
        <p:sp>
          <p:nvSpPr>
            <p:cNvPr id="488" name="Google Shape;488;p72"/>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72"/>
            <p:cNvSpPr/>
            <p:nvPr/>
          </p:nvSpPr>
          <p:spPr>
            <a:xfrm>
              <a:off x="0" y="0"/>
              <a:ext cx="2667000" cy="57300"/>
            </a:xfrm>
            <a:prstGeom prst="roundRect">
              <a:avLst>
                <a:gd fmla="val 50000" name="adj"/>
              </a:avLst>
            </a:prstGeom>
            <a:solidFill>
              <a:srgbClr val="1F6C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72"/>
            <p:cNvSpPr txBox="1"/>
            <p:nvPr/>
          </p:nvSpPr>
          <p:spPr>
            <a:xfrm>
              <a:off x="142875" y="190500"/>
              <a:ext cx="23814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1F6CFF"/>
                  </a:solidFill>
                  <a:latin typeface="Plus Jakarta Sans"/>
                  <a:ea typeface="Plus Jakarta Sans"/>
                  <a:cs typeface="Plus Jakarta Sans"/>
                  <a:sym typeface="Plus Jakarta Sans"/>
                </a:rPr>
                <a:t>Phase 3</a:t>
              </a:r>
              <a:endParaRPr>
                <a:latin typeface="Plus Jakarta Sans"/>
                <a:ea typeface="Plus Jakarta Sans"/>
                <a:cs typeface="Plus Jakarta Sans"/>
                <a:sym typeface="Plus Jakarta Sans"/>
              </a:endParaRPr>
            </a:p>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ERP &amp; Ledger</a:t>
              </a:r>
              <a:endParaRPr b="1" sz="1300">
                <a:solidFill>
                  <a:srgbClr val="040A1B"/>
                </a:solidFill>
                <a:latin typeface="Plus Jakarta Sans"/>
                <a:ea typeface="Plus Jakarta Sans"/>
                <a:cs typeface="Plus Jakarta Sans"/>
                <a:sym typeface="Plus Jakarta Sans"/>
              </a:endParaRPr>
            </a:p>
            <a:p>
              <a:pPr indent="0" lvl="0" marL="0" rtl="0" algn="l">
                <a:lnSpc>
                  <a:spcPct val="115000"/>
                </a:lnSpc>
                <a:spcBef>
                  <a:spcPts val="1200"/>
                </a:spcBef>
                <a:spcAft>
                  <a:spcPts val="0"/>
                </a:spcAft>
                <a:buNone/>
              </a:pPr>
              <a:r>
                <a:rPr b="0" lang="en" sz="1000">
                  <a:solidFill>
                    <a:srgbClr val="0F172A"/>
                  </a:solidFill>
                  <a:latin typeface="Plus Jakarta Sans SemiBold"/>
                  <a:ea typeface="Plus Jakarta Sans SemiBold"/>
                  <a:cs typeface="Plus Jakarta Sans SemiBold"/>
                  <a:sym typeface="Plus Jakarta Sans SemiBold"/>
                </a:rPr>
                <a:t>Functional Scope:</a:t>
              </a:r>
              <a:r>
                <a:rPr b="0" lang="en" sz="1000">
                  <a:solidFill>
                    <a:srgbClr val="334155"/>
                  </a:solidFill>
                  <a:latin typeface="Plus Jakarta Sans Light"/>
                  <a:ea typeface="Plus Jakarta Sans Light"/>
                  <a:cs typeface="Plus Jakarta Sans Light"/>
                  <a:sym typeface="Plus Jakarta Sans Light"/>
                </a:rPr>
                <a:t> Modernization of twenty-nine (29) validated PL/SQL objects governing Financial Reconciliation with the JDE (ERP) system.</a:t>
              </a:r>
              <a:endParaRPr b="0" sz="1000">
                <a:solidFill>
                  <a:srgbClr val="334155"/>
                </a:solidFill>
                <a:latin typeface="Plus Jakarta Sans Light"/>
                <a:ea typeface="Plus Jakarta Sans Light"/>
                <a:cs typeface="Plus Jakarta Sans Light"/>
                <a:sym typeface="Plus Jakarta Sans Light"/>
              </a:endParaRPr>
            </a:p>
            <a:p>
              <a:pPr indent="0" lvl="0" marL="0" rtl="0" algn="l">
                <a:lnSpc>
                  <a:spcPct val="115000"/>
                </a:lnSpc>
                <a:spcBef>
                  <a:spcPts val="900"/>
                </a:spcBef>
                <a:spcAft>
                  <a:spcPts val="0"/>
                </a:spcAft>
                <a:buNone/>
              </a:pPr>
              <a:r>
                <a:rPr b="0" lang="en" sz="1000">
                  <a:solidFill>
                    <a:srgbClr val="0F172A"/>
                  </a:solidFill>
                  <a:latin typeface="Plus Jakarta Sans SemiBold"/>
                  <a:ea typeface="Plus Jakarta Sans SemiBold"/>
                  <a:cs typeface="Plus Jakarta Sans SemiBold"/>
                  <a:sym typeface="Plus Jakarta Sans SemiBold"/>
                </a:rPr>
                <a:t>Target Architecture:</a:t>
              </a:r>
              <a:r>
                <a:rPr b="0" lang="en" sz="1000">
                  <a:solidFill>
                    <a:srgbClr val="334155"/>
                  </a:solidFill>
                  <a:latin typeface="Plus Jakarta Sans Light"/>
                  <a:ea typeface="Plus Jakarta Sans Light"/>
                  <a:cs typeface="Plus Jakarta Sans Light"/>
                  <a:sym typeface="Plus Jakarta Sans Light"/>
                </a:rPr>
                <a:t> Finalization of 18 target microservices and logical decoupling from Oracle monolith execution paths.</a:t>
              </a:r>
              <a:endParaRPr b="0" sz="1000">
                <a:solidFill>
                  <a:srgbClr val="334155"/>
                </a:solidFill>
                <a:latin typeface="Plus Jakarta Sans Light"/>
                <a:ea typeface="Plus Jakarta Sans Light"/>
                <a:cs typeface="Plus Jakarta Sans Light"/>
                <a:sym typeface="Plus Jakarta Sans Light"/>
              </a:endParaRPr>
            </a:p>
          </p:txBody>
        </p:sp>
      </p:grpSp>
      <p:sp>
        <p:nvSpPr>
          <p:cNvPr id="491" name="Google Shape;491;p72"/>
          <p:cNvSpPr txBox="1"/>
          <p:nvPr>
            <p:ph type="title"/>
          </p:nvPr>
        </p:nvSpPr>
        <p:spPr>
          <a:xfrm>
            <a:off x="231025" y="228600"/>
            <a:ext cx="86820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Project Scope</a:t>
            </a:r>
            <a:endParaRPr/>
          </a:p>
        </p:txBody>
      </p:sp>
      <p:pic>
        <p:nvPicPr>
          <p:cNvPr id="492" name="Google Shape;492;p72"/>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73"/>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498" name="Google Shape;498;p73"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grpSp>
        <p:nvGrpSpPr>
          <p:cNvPr id="499" name="Google Shape;499;p73"/>
          <p:cNvGrpSpPr/>
          <p:nvPr/>
        </p:nvGrpSpPr>
        <p:grpSpPr>
          <a:xfrm>
            <a:off x="342900" y="952500"/>
            <a:ext cx="2667000" cy="3571800"/>
            <a:chOff x="0" y="0"/>
            <a:chExt cx="2667000" cy="3571800"/>
          </a:xfrm>
        </p:grpSpPr>
        <p:sp>
          <p:nvSpPr>
            <p:cNvPr id="500" name="Google Shape;500;p73"/>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73"/>
            <p:cNvSpPr/>
            <p:nvPr/>
          </p:nvSpPr>
          <p:spPr>
            <a:xfrm>
              <a:off x="0" y="0"/>
              <a:ext cx="26670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73"/>
            <p:cNvSpPr txBox="1"/>
            <p:nvPr/>
          </p:nvSpPr>
          <p:spPr>
            <a:xfrm>
              <a:off x="0" y="0"/>
              <a:ext cx="2667000" cy="35718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t/>
              </a:r>
              <a:endParaRPr b="1" sz="1000">
                <a:solidFill>
                  <a:srgbClr val="EF4444"/>
                </a:solidFill>
                <a:latin typeface="Plus Jakarta Sans"/>
                <a:ea typeface="Plus Jakarta Sans"/>
                <a:cs typeface="Plus Jakarta Sans"/>
                <a:sym typeface="Plus Jakarta Sans"/>
              </a:endParaRPr>
            </a:p>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Applications &amp; UIs</a:t>
              </a:r>
              <a:endParaRPr b="1" sz="1300">
                <a:solidFill>
                  <a:srgbClr val="040A1B"/>
                </a:solidFill>
                <a:latin typeface="Plus Jakarta Sans"/>
                <a:ea typeface="Plus Jakarta Sans"/>
                <a:cs typeface="Plus Jakarta Sans"/>
                <a:sym typeface="Plus Jakarta Sans"/>
              </a:endParaRPr>
            </a:p>
            <a:p>
              <a:pPr indent="-292100" lvl="0" marL="457200" rtl="0" algn="l">
                <a:lnSpc>
                  <a:spcPct val="115000"/>
                </a:lnSpc>
                <a:spcBef>
                  <a:spcPts val="1125"/>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Refactoring upstream/downstream consumer apps to point to new microservice endpoints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75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Modification, testing, or development of web or mobile user interfaces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75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Refactoring legacy apps (e.g., PowerBuilder) for downstream integration</a:t>
              </a:r>
              <a:endParaRPr b="0" sz="1000">
                <a:solidFill>
                  <a:srgbClr val="334155"/>
                </a:solidFill>
                <a:latin typeface="Plus Jakarta Sans Light"/>
                <a:ea typeface="Plus Jakarta Sans Light"/>
                <a:cs typeface="Plus Jakarta Sans Light"/>
                <a:sym typeface="Plus Jakarta Sans Light"/>
              </a:endParaRPr>
            </a:p>
          </p:txBody>
        </p:sp>
      </p:grpSp>
      <p:grpSp>
        <p:nvGrpSpPr>
          <p:cNvPr id="503" name="Google Shape;503;p73"/>
          <p:cNvGrpSpPr/>
          <p:nvPr/>
        </p:nvGrpSpPr>
        <p:grpSpPr>
          <a:xfrm>
            <a:off x="3238500" y="952500"/>
            <a:ext cx="2667000" cy="3571800"/>
            <a:chOff x="0" y="0"/>
            <a:chExt cx="2667000" cy="3571800"/>
          </a:xfrm>
        </p:grpSpPr>
        <p:sp>
          <p:nvSpPr>
            <p:cNvPr id="504" name="Google Shape;504;p73"/>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73"/>
            <p:cNvSpPr/>
            <p:nvPr/>
          </p:nvSpPr>
          <p:spPr>
            <a:xfrm>
              <a:off x="0" y="0"/>
              <a:ext cx="26670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73"/>
            <p:cNvSpPr txBox="1"/>
            <p:nvPr/>
          </p:nvSpPr>
          <p:spPr>
            <a:xfrm>
              <a:off x="0" y="0"/>
              <a:ext cx="2667000" cy="35718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t/>
              </a:r>
              <a:endParaRPr b="1" sz="1000">
                <a:solidFill>
                  <a:srgbClr val="EF4444"/>
                </a:solidFill>
                <a:latin typeface="Plus Jakarta Sans"/>
                <a:ea typeface="Plus Jakarta Sans"/>
                <a:cs typeface="Plus Jakarta Sans"/>
                <a:sym typeface="Plus Jakarta Sans"/>
              </a:endParaRPr>
            </a:p>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Infrastructure &amp; Data</a:t>
              </a:r>
              <a:endParaRPr b="1" sz="1300">
                <a:solidFill>
                  <a:srgbClr val="040A1B"/>
                </a:solidFill>
                <a:latin typeface="Plus Jakarta Sans"/>
                <a:ea typeface="Plus Jakarta Sans"/>
                <a:cs typeface="Plus Jakarta Sans"/>
                <a:sym typeface="Plus Jakarta Sans"/>
              </a:endParaRPr>
            </a:p>
            <a:p>
              <a:pPr indent="-292100" lvl="0" marL="457200" rtl="0" algn="l">
                <a:lnSpc>
                  <a:spcPct val="115000"/>
                </a:lnSpc>
                <a:spcBef>
                  <a:spcPts val="1125"/>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Full database modernization beyond specified target service scopes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75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Creation, configuration, and maintenance of Kubernetes clusters and firewalls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75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Custom platform or infrastructure activities on the Istio environment</a:t>
              </a:r>
              <a:endParaRPr b="0" sz="1000">
                <a:solidFill>
                  <a:srgbClr val="334155"/>
                </a:solidFill>
                <a:latin typeface="Plus Jakarta Sans Light"/>
                <a:ea typeface="Plus Jakarta Sans Light"/>
                <a:cs typeface="Plus Jakarta Sans Light"/>
                <a:sym typeface="Plus Jakarta Sans Light"/>
              </a:endParaRPr>
            </a:p>
          </p:txBody>
        </p:sp>
      </p:grpSp>
      <p:sp>
        <p:nvSpPr>
          <p:cNvPr id="507" name="Google Shape;507;p73"/>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Scope Exclusions</a:t>
            </a:r>
            <a:endParaRPr/>
          </a:p>
        </p:txBody>
      </p:sp>
      <p:grpSp>
        <p:nvGrpSpPr>
          <p:cNvPr id="508" name="Google Shape;508;p73"/>
          <p:cNvGrpSpPr/>
          <p:nvPr/>
        </p:nvGrpSpPr>
        <p:grpSpPr>
          <a:xfrm>
            <a:off x="6134100" y="952500"/>
            <a:ext cx="2667000" cy="3571800"/>
            <a:chOff x="0" y="0"/>
            <a:chExt cx="2667000" cy="3571800"/>
          </a:xfrm>
        </p:grpSpPr>
        <p:sp>
          <p:nvSpPr>
            <p:cNvPr id="509" name="Google Shape;509;p73"/>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0" name="Google Shape;510;p73"/>
            <p:cNvSpPr/>
            <p:nvPr/>
          </p:nvSpPr>
          <p:spPr>
            <a:xfrm>
              <a:off x="0" y="0"/>
              <a:ext cx="2667000" cy="573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73"/>
            <p:cNvSpPr txBox="1"/>
            <p:nvPr/>
          </p:nvSpPr>
          <p:spPr>
            <a:xfrm>
              <a:off x="0" y="0"/>
              <a:ext cx="2667000" cy="35718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t/>
              </a:r>
              <a:endParaRPr b="1" sz="1000">
                <a:solidFill>
                  <a:srgbClr val="EF4444"/>
                </a:solidFill>
                <a:latin typeface="Plus Jakarta Sans"/>
                <a:ea typeface="Plus Jakarta Sans"/>
                <a:cs typeface="Plus Jakarta Sans"/>
                <a:sym typeface="Plus Jakarta Sans"/>
              </a:endParaRPr>
            </a:p>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Domains &amp; Compliance</a:t>
              </a:r>
              <a:endParaRPr b="1" sz="1300">
                <a:solidFill>
                  <a:srgbClr val="040A1B"/>
                </a:solidFill>
                <a:latin typeface="Plus Jakarta Sans"/>
                <a:ea typeface="Plus Jakarta Sans"/>
                <a:cs typeface="Plus Jakarta Sans"/>
                <a:sym typeface="Plus Jakarta Sans"/>
              </a:endParaRPr>
            </a:p>
            <a:p>
              <a:pPr indent="-292100" lvl="0" marL="457200" rtl="0" algn="l">
                <a:lnSpc>
                  <a:spcPct val="115000"/>
                </a:lnSpc>
                <a:spcBef>
                  <a:spcPts val="1125"/>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Any business domains beyond </a:t>
              </a:r>
              <a:r>
                <a:rPr lang="en" sz="1000">
                  <a:solidFill>
                    <a:srgbClr val="334155"/>
                  </a:solidFill>
                  <a:latin typeface="Plus Jakarta Sans Light"/>
                  <a:ea typeface="Plus Jakarta Sans Light"/>
                  <a:cs typeface="Plus Jakarta Sans Light"/>
                  <a:sym typeface="Plus Jakarta Sans Light"/>
                </a:rPr>
                <a:t>Customer &amp; Contract, Service Delivery, Revenue &amp; Financial Operations </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75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Physical decommissioning/deprecation of legacy PL/SQL packages from Oracle</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75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Formal PCI ROC, penetration testing, or corporate SOC2 compliance audits</a:t>
              </a:r>
              <a:endParaRPr b="0" sz="1000">
                <a:solidFill>
                  <a:srgbClr val="334155"/>
                </a:solidFill>
                <a:latin typeface="Plus Jakarta Sans Light"/>
                <a:ea typeface="Plus Jakarta Sans Light"/>
                <a:cs typeface="Plus Jakarta Sans Light"/>
                <a:sym typeface="Plus Jakarta Sans Light"/>
              </a:endParaRPr>
            </a:p>
          </p:txBody>
        </p:sp>
      </p:grpSp>
      <p:pic>
        <p:nvPicPr>
          <p:cNvPr id="512" name="Google Shape;512;p73"/>
          <p:cNvPicPr preferRelativeResize="0"/>
          <p:nvPr/>
        </p:nvPicPr>
        <p:blipFill>
          <a:blip r:embed="rId4">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4"/>
          <p:cNvSpPr/>
          <p:nvPr/>
        </p:nvSpPr>
        <p:spPr>
          <a:xfrm>
            <a:off x="0" y="0"/>
            <a:ext cx="9144000" cy="5143500"/>
          </a:xfrm>
          <a:prstGeom prst="round2SameRect">
            <a:avLst>
              <a:gd fmla="val 0" name="adj1"/>
              <a:gd fmla="val 0" name="adj2"/>
            </a:avLst>
          </a:prstGeom>
          <a:solidFill>
            <a:srgbClr val="F0F3F4"/>
          </a:solidFill>
          <a:ln>
            <a:noFill/>
          </a:ln>
        </p:spPr>
        <p:txBody>
          <a:bodyPr anchorCtr="0" anchor="ctr" bIns="91425" lIns="274300" spcFirstLastPara="1" rIns="274300" wrap="square" tIns="91425">
            <a:noAutofit/>
          </a:bodyPr>
          <a:lstStyle/>
          <a:p>
            <a:pPr indent="0" lvl="0" marL="0" rtl="0" algn="ctr">
              <a:spcBef>
                <a:spcPts val="0"/>
              </a:spcBef>
              <a:spcAft>
                <a:spcPts val="0"/>
              </a:spcAft>
              <a:buClr>
                <a:srgbClr val="000000"/>
              </a:buClr>
              <a:buSzPts val="1100"/>
              <a:buFont typeface="Arial"/>
              <a:buNone/>
            </a:pPr>
            <a:r>
              <a:t/>
            </a:r>
            <a:endParaRPr sz="1100">
              <a:solidFill>
                <a:srgbClr val="000000"/>
              </a:solidFill>
              <a:latin typeface="Helvetica Neue"/>
              <a:ea typeface="Helvetica Neue"/>
              <a:cs typeface="Helvetica Neue"/>
              <a:sym typeface="Helvetica Neue"/>
            </a:endParaRPr>
          </a:p>
        </p:txBody>
      </p:sp>
      <p:pic>
        <p:nvPicPr>
          <p:cNvPr id="518" name="Google Shape;518;p74" title="Logotype - Night Blue.png"/>
          <p:cNvPicPr preferRelativeResize="0"/>
          <p:nvPr/>
        </p:nvPicPr>
        <p:blipFill>
          <a:blip r:embed="rId3">
            <a:alphaModFix/>
          </a:blip>
          <a:stretch>
            <a:fillRect/>
          </a:stretch>
        </p:blipFill>
        <p:spPr>
          <a:xfrm>
            <a:off x="342900" y="4846076"/>
            <a:ext cx="540948" cy="127575"/>
          </a:xfrm>
          <a:prstGeom prst="rect">
            <a:avLst/>
          </a:prstGeom>
          <a:noFill/>
          <a:ln>
            <a:noFill/>
          </a:ln>
        </p:spPr>
      </p:pic>
      <p:sp>
        <p:nvSpPr>
          <p:cNvPr id="519" name="Google Shape;519;p74"/>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Key Assumptions</a:t>
            </a:r>
            <a:endParaRPr/>
          </a:p>
        </p:txBody>
      </p:sp>
      <p:pic>
        <p:nvPicPr>
          <p:cNvPr id="520" name="Google Shape;520;p74"/>
          <p:cNvPicPr preferRelativeResize="0"/>
          <p:nvPr/>
        </p:nvPicPr>
        <p:blipFill>
          <a:blip r:embed="rId4">
            <a:alphaModFix/>
          </a:blip>
          <a:stretch>
            <a:fillRect/>
          </a:stretch>
        </p:blipFill>
        <p:spPr>
          <a:xfrm>
            <a:off x="7886700" y="4689225"/>
            <a:ext cx="914400" cy="451350"/>
          </a:xfrm>
          <a:prstGeom prst="rect">
            <a:avLst/>
          </a:prstGeom>
          <a:noFill/>
          <a:ln>
            <a:noFill/>
          </a:ln>
        </p:spPr>
      </p:pic>
      <p:grpSp>
        <p:nvGrpSpPr>
          <p:cNvPr id="521" name="Google Shape;521;p74"/>
          <p:cNvGrpSpPr/>
          <p:nvPr/>
        </p:nvGrpSpPr>
        <p:grpSpPr>
          <a:xfrm>
            <a:off x="342900" y="952500"/>
            <a:ext cx="2667000" cy="3571800"/>
            <a:chOff x="0" y="0"/>
            <a:chExt cx="2667000" cy="3571800"/>
          </a:xfrm>
        </p:grpSpPr>
        <p:sp>
          <p:nvSpPr>
            <p:cNvPr id="522" name="Google Shape;522;p74"/>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74"/>
            <p:cNvSpPr/>
            <p:nvPr/>
          </p:nvSpPr>
          <p:spPr>
            <a:xfrm>
              <a:off x="0" y="0"/>
              <a:ext cx="2667000" cy="57300"/>
            </a:xfrm>
            <a:prstGeom prst="roundRect">
              <a:avLst>
                <a:gd fmla="val 50000" name="adj"/>
              </a:avLst>
            </a:prstGeom>
            <a:solidFill>
              <a:srgbClr val="0052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74"/>
            <p:cNvSpPr txBox="1"/>
            <p:nvPr/>
          </p:nvSpPr>
          <p:spPr>
            <a:xfrm>
              <a:off x="0" y="0"/>
              <a:ext cx="2667000" cy="35718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Architecture &amp; Tech Stack</a:t>
              </a:r>
              <a:endParaRPr>
                <a:latin typeface="Plus Jakarta Sans"/>
                <a:ea typeface="Plus Jakarta Sans"/>
                <a:cs typeface="Plus Jakarta Sans"/>
                <a:sym typeface="Plus Jakarta Sans"/>
              </a:endParaRPr>
            </a:p>
            <a:p>
              <a:pPr indent="-292100" lvl="0" marL="457200" rtl="0" algn="l">
                <a:lnSpc>
                  <a:spcPct val="115000"/>
                </a:lnSpc>
                <a:spcBef>
                  <a:spcPts val="90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Existing Oracle database remains unchanged.</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600"/>
                </a:spcBef>
                <a:spcAft>
                  <a:spcPts val="60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Existing Kubernetes and Istio environments are available.</a:t>
              </a:r>
              <a:endParaRPr b="0" sz="1000">
                <a:solidFill>
                  <a:srgbClr val="334155"/>
                </a:solidFill>
                <a:latin typeface="Plus Jakarta Sans Light"/>
                <a:ea typeface="Plus Jakarta Sans Light"/>
                <a:cs typeface="Plus Jakarta Sans Light"/>
                <a:sym typeface="Plus Jakarta Sans Light"/>
              </a:endParaRPr>
            </a:p>
          </p:txBody>
        </p:sp>
      </p:grpSp>
      <p:grpSp>
        <p:nvGrpSpPr>
          <p:cNvPr id="525" name="Google Shape;525;p74"/>
          <p:cNvGrpSpPr/>
          <p:nvPr/>
        </p:nvGrpSpPr>
        <p:grpSpPr>
          <a:xfrm>
            <a:off x="3238500" y="952500"/>
            <a:ext cx="2667000" cy="3571800"/>
            <a:chOff x="0" y="0"/>
            <a:chExt cx="2667000" cy="3571800"/>
          </a:xfrm>
        </p:grpSpPr>
        <p:sp>
          <p:nvSpPr>
            <p:cNvPr id="526" name="Google Shape;526;p74"/>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7" name="Google Shape;527;p74"/>
            <p:cNvSpPr/>
            <p:nvPr/>
          </p:nvSpPr>
          <p:spPr>
            <a:xfrm>
              <a:off x="0" y="0"/>
              <a:ext cx="2667000" cy="57300"/>
            </a:xfrm>
            <a:prstGeom prst="roundRect">
              <a:avLst>
                <a:gd fmla="val 50000" name="adj"/>
              </a:avLst>
            </a:prstGeom>
            <a:solidFill>
              <a:srgbClr val="0052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8" name="Google Shape;528;p74"/>
            <p:cNvSpPr txBox="1"/>
            <p:nvPr/>
          </p:nvSpPr>
          <p:spPr>
            <a:xfrm>
              <a:off x="0" y="0"/>
              <a:ext cx="2667000" cy="35718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Execution &amp; Methodology</a:t>
              </a:r>
              <a:endParaRPr>
                <a:latin typeface="Plus Jakarta Sans"/>
                <a:ea typeface="Plus Jakarta Sans"/>
                <a:cs typeface="Plus Jakarta Sans"/>
                <a:sym typeface="Plus Jakarta Sans"/>
              </a:endParaRPr>
            </a:p>
            <a:p>
              <a:pPr indent="-292100" lvl="0" marL="457200" rtl="0" algn="l">
                <a:lnSpc>
                  <a:spcPct val="115000"/>
                </a:lnSpc>
                <a:spcBef>
                  <a:spcPts val="900"/>
                </a:spcBef>
                <a:spcAft>
                  <a:spcPts val="0"/>
                </a:spcAft>
                <a:buClr>
                  <a:srgbClr val="334155"/>
                </a:buClr>
                <a:buSzPts val="1000"/>
                <a:buFont typeface="Plus Jakarta Sans"/>
                <a:buChar char="●"/>
              </a:pPr>
              <a:r>
                <a:rPr lang="en" sz="1000">
                  <a:solidFill>
                    <a:srgbClr val="334155"/>
                  </a:solidFill>
                  <a:latin typeface="Plus Jakarta Sans Light"/>
                  <a:ea typeface="Plus Jakarta Sans Light"/>
                  <a:cs typeface="Plus Jakarta Sans Light"/>
                  <a:sym typeface="Plus Jakarta Sans Light"/>
                </a:rPr>
                <a:t>AI-assisted</a:t>
              </a:r>
              <a:r>
                <a:rPr b="0" lang="en" sz="1000">
                  <a:solidFill>
                    <a:srgbClr val="334155"/>
                  </a:solidFill>
                  <a:latin typeface="Plus Jakarta Sans Light"/>
                  <a:ea typeface="Plus Jakarta Sans Light"/>
                  <a:cs typeface="Plus Jakarta Sans Light"/>
                  <a:sym typeface="Plus Jakarta Sans Light"/>
                </a:rPr>
                <a:t> code generation with HITL validation.</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60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Business logic remains functionally identical.</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600"/>
                </a:spcBef>
                <a:spcAft>
                  <a:spcPts val="60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Async Messaging Service wrapper is removed from build scope.</a:t>
              </a:r>
              <a:endParaRPr b="0" sz="1000">
                <a:solidFill>
                  <a:srgbClr val="334155"/>
                </a:solidFill>
                <a:latin typeface="Plus Jakarta Sans Light"/>
                <a:ea typeface="Plus Jakarta Sans Light"/>
                <a:cs typeface="Plus Jakarta Sans Light"/>
                <a:sym typeface="Plus Jakarta Sans Light"/>
              </a:endParaRPr>
            </a:p>
          </p:txBody>
        </p:sp>
      </p:grpSp>
      <p:grpSp>
        <p:nvGrpSpPr>
          <p:cNvPr id="529" name="Google Shape;529;p74"/>
          <p:cNvGrpSpPr/>
          <p:nvPr/>
        </p:nvGrpSpPr>
        <p:grpSpPr>
          <a:xfrm>
            <a:off x="6134100" y="952500"/>
            <a:ext cx="2667000" cy="3571800"/>
            <a:chOff x="0" y="0"/>
            <a:chExt cx="2667000" cy="3571800"/>
          </a:xfrm>
        </p:grpSpPr>
        <p:sp>
          <p:nvSpPr>
            <p:cNvPr id="530" name="Google Shape;530;p74"/>
            <p:cNvSpPr/>
            <p:nvPr/>
          </p:nvSpPr>
          <p:spPr>
            <a:xfrm>
              <a:off x="0" y="0"/>
              <a:ext cx="2667000" cy="3571800"/>
            </a:xfrm>
            <a:prstGeom prst="roundRect">
              <a:avLst>
                <a:gd fmla="val 357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1" name="Google Shape;531;p74"/>
            <p:cNvSpPr/>
            <p:nvPr/>
          </p:nvSpPr>
          <p:spPr>
            <a:xfrm>
              <a:off x="0" y="0"/>
              <a:ext cx="2667000" cy="57300"/>
            </a:xfrm>
            <a:prstGeom prst="roundRect">
              <a:avLst>
                <a:gd fmla="val 50000" name="adj"/>
              </a:avLst>
            </a:prstGeom>
            <a:solidFill>
              <a:srgbClr val="0052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2" name="Google Shape;532;p74"/>
            <p:cNvSpPr txBox="1"/>
            <p:nvPr/>
          </p:nvSpPr>
          <p:spPr>
            <a:xfrm>
              <a:off x="0" y="0"/>
              <a:ext cx="2667000" cy="3571800"/>
            </a:xfrm>
            <a:prstGeom prst="rect">
              <a:avLst/>
            </a:prstGeom>
            <a:noFill/>
            <a:ln>
              <a:noFill/>
            </a:ln>
          </p:spPr>
          <p:txBody>
            <a:bodyPr anchorCtr="0" anchor="t" bIns="190500" lIns="142875" spcFirstLastPara="1" rIns="142875" wrap="square" tIns="190500">
              <a:noAutofit/>
            </a:bodyPr>
            <a:lstStyle/>
            <a:p>
              <a:pPr indent="0" lvl="0" marL="0" rtl="0" algn="l">
                <a:spcBef>
                  <a:spcPts val="0"/>
                </a:spcBef>
                <a:spcAft>
                  <a:spcPts val="0"/>
                </a:spcAft>
                <a:buNone/>
              </a:pPr>
              <a:r>
                <a:rPr b="1" lang="en" sz="1300">
                  <a:solidFill>
                    <a:srgbClr val="040A1B"/>
                  </a:solidFill>
                  <a:latin typeface="Plus Jakarta Sans"/>
                  <a:ea typeface="Plus Jakarta Sans"/>
                  <a:cs typeface="Plus Jakarta Sans"/>
                  <a:sym typeface="Plus Jakarta Sans"/>
                </a:rPr>
                <a:t>Frontdoor Ownership</a:t>
              </a:r>
              <a:endParaRPr>
                <a:latin typeface="Plus Jakarta Sans"/>
                <a:ea typeface="Plus Jakarta Sans"/>
                <a:cs typeface="Plus Jakarta Sans"/>
                <a:sym typeface="Plus Jakarta Sans"/>
              </a:endParaRPr>
            </a:p>
            <a:p>
              <a:pPr indent="-292100" lvl="0" marL="457200" rtl="0" algn="l">
                <a:lnSpc>
                  <a:spcPct val="115000"/>
                </a:lnSpc>
                <a:spcBef>
                  <a:spcPts val="90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Frontdoor provides cloud infrastructure, security, and business analysis.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60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Consumer applications will be modified by Frontdoor teams.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600"/>
                </a:spcBef>
                <a:spcAft>
                  <a:spcPts val="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Frontdoor provides test data, dual-run capability, and domain SMEs.</a:t>
              </a:r>
              <a:endParaRPr b="0" sz="1000">
                <a:solidFill>
                  <a:srgbClr val="334155"/>
                </a:solidFill>
                <a:latin typeface="Plus Jakarta Sans Light"/>
                <a:ea typeface="Plus Jakarta Sans Light"/>
                <a:cs typeface="Plus Jakarta Sans Light"/>
                <a:sym typeface="Plus Jakarta Sans Light"/>
              </a:endParaRPr>
            </a:p>
            <a:p>
              <a:pPr indent="-292100" lvl="0" marL="457200" rtl="0" algn="l">
                <a:lnSpc>
                  <a:spcPct val="115000"/>
                </a:lnSpc>
                <a:spcBef>
                  <a:spcPts val="600"/>
                </a:spcBef>
                <a:spcAft>
                  <a:spcPts val="600"/>
                </a:spcAft>
                <a:buClr>
                  <a:srgbClr val="334155"/>
                </a:buClr>
                <a:buSzPts val="1000"/>
                <a:buFont typeface="Plus Jakarta Sans"/>
                <a:buChar char="●"/>
              </a:pPr>
              <a:r>
                <a:rPr b="0" lang="en" sz="1000">
                  <a:solidFill>
                    <a:srgbClr val="334155"/>
                  </a:solidFill>
                  <a:latin typeface="Plus Jakarta Sans Light"/>
                  <a:ea typeface="Plus Jakarta Sans Light"/>
                  <a:cs typeface="Plus Jakarta Sans Light"/>
                  <a:sym typeface="Plus Jakarta Sans Light"/>
                </a:rPr>
                <a:t>PCI attestation preparation is Frontdoor's responsibility.</a:t>
              </a:r>
              <a:endParaRPr b="0" sz="1000">
                <a:solidFill>
                  <a:srgbClr val="334155"/>
                </a:solidFill>
                <a:latin typeface="Plus Jakarta Sans Light"/>
                <a:ea typeface="Plus Jakarta Sans Light"/>
                <a:cs typeface="Plus Jakarta Sans Light"/>
                <a:sym typeface="Plus Jakarta Sans Ligh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5"/>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High-level Milestone Phases</a:t>
            </a:r>
            <a:endParaRPr/>
          </a:p>
        </p:txBody>
      </p:sp>
      <p:graphicFrame>
        <p:nvGraphicFramePr>
          <p:cNvPr id="538" name="Google Shape;538;p75"/>
          <p:cNvGraphicFramePr/>
          <p:nvPr/>
        </p:nvGraphicFramePr>
        <p:xfrm>
          <a:off x="342905" y="730900"/>
          <a:ext cx="3000000" cy="3000000"/>
        </p:xfrm>
        <a:graphic>
          <a:graphicData uri="http://schemas.openxmlformats.org/drawingml/2006/table">
            <a:tbl>
              <a:tblPr>
                <a:noFill/>
                <a:tableStyleId>{B4668577-4333-4DFD-9E2B-155F8995ABA9}</a:tableStyleId>
              </a:tblPr>
              <a:tblGrid>
                <a:gridCol w="501425"/>
                <a:gridCol w="1708150"/>
                <a:gridCol w="4768525"/>
                <a:gridCol w="1368350"/>
              </a:tblGrid>
              <a:tr h="357100">
                <a:tc>
                  <a:txBody>
                    <a:bodyPr/>
                    <a:lstStyle/>
                    <a:p>
                      <a:pPr indent="0" lvl="0" marL="0" rtl="0" algn="ctr">
                        <a:spcBef>
                          <a:spcPts val="0"/>
                        </a:spcBef>
                        <a:spcAft>
                          <a:spcPts val="0"/>
                        </a:spcAft>
                        <a:buNone/>
                      </a:pPr>
                      <a:r>
                        <a:rPr lang="en" sz="1200">
                          <a:solidFill>
                            <a:schemeClr val="lt1"/>
                          </a:solidFill>
                          <a:latin typeface="Poppins Medium"/>
                          <a:ea typeface="Poppins Medium"/>
                          <a:cs typeface="Poppins Medium"/>
                          <a:sym typeface="Poppins Medium"/>
                        </a:rPr>
                        <a:t>#</a:t>
                      </a:r>
                      <a:endParaRPr sz="1200">
                        <a:solidFill>
                          <a:schemeClr val="lt1"/>
                        </a:solidFill>
                        <a:latin typeface="Poppins Medium"/>
                        <a:ea typeface="Poppins Medium"/>
                        <a:cs typeface="Poppins Medium"/>
                        <a:sym typeface="Poppins Medium"/>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200">
                          <a:solidFill>
                            <a:schemeClr val="lt1"/>
                          </a:solidFill>
                          <a:latin typeface="Poppins Medium"/>
                          <a:ea typeface="Poppins Medium"/>
                          <a:cs typeface="Poppins Medium"/>
                          <a:sym typeface="Poppins Medium"/>
                        </a:rPr>
                        <a:t>Phase</a:t>
                      </a:r>
                      <a:endParaRPr sz="1200">
                        <a:solidFill>
                          <a:schemeClr val="lt1"/>
                        </a:solidFill>
                        <a:latin typeface="Poppins Medium"/>
                        <a:ea typeface="Poppins Medium"/>
                        <a:cs typeface="Poppins Medium"/>
                        <a:sym typeface="Poppins Medium"/>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200">
                          <a:solidFill>
                            <a:schemeClr val="lt1"/>
                          </a:solidFill>
                          <a:latin typeface="Poppins Medium"/>
                          <a:ea typeface="Poppins Medium"/>
                          <a:cs typeface="Poppins Medium"/>
                          <a:sym typeface="Poppins Medium"/>
                        </a:rPr>
                        <a:t>Description</a:t>
                      </a:r>
                      <a:endParaRPr sz="1200">
                        <a:solidFill>
                          <a:schemeClr val="lt1"/>
                        </a:solidFill>
                        <a:latin typeface="Poppins Medium"/>
                        <a:ea typeface="Poppins Medium"/>
                        <a:cs typeface="Poppins Medium"/>
                        <a:sym typeface="Poppins Medium"/>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1200">
                          <a:solidFill>
                            <a:schemeClr val="lt1"/>
                          </a:solidFill>
                          <a:latin typeface="Poppins Medium"/>
                          <a:ea typeface="Poppins Medium"/>
                          <a:cs typeface="Poppins Medium"/>
                          <a:sym typeface="Poppins Medium"/>
                        </a:rPr>
                        <a:t>Target Week</a:t>
                      </a:r>
                      <a:endParaRPr sz="1200">
                        <a:solidFill>
                          <a:schemeClr val="lt1"/>
                        </a:solidFill>
                        <a:latin typeface="Poppins Medium"/>
                        <a:ea typeface="Poppins Medium"/>
                        <a:cs typeface="Poppins Medium"/>
                        <a:sym typeface="Poppins Medium"/>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738325">
                <a:tc>
                  <a:txBody>
                    <a:bodyPr/>
                    <a:lstStyle/>
                    <a:p>
                      <a:pPr indent="0" lvl="0" marL="0" rtl="0" algn="ctr">
                        <a:spcBef>
                          <a:spcPts val="0"/>
                        </a:spcBef>
                        <a:spcAft>
                          <a:spcPts val="0"/>
                        </a:spcAft>
                        <a:buNone/>
                      </a:pPr>
                      <a:r>
                        <a:rPr lang="en" sz="1000">
                          <a:latin typeface="Plus Jakarta Sans Light"/>
                          <a:ea typeface="Plus Jakarta Sans Light"/>
                          <a:cs typeface="Plus Jakarta Sans Light"/>
                          <a:sym typeface="Plus Jakarta Sans Light"/>
                        </a:rPr>
                        <a:t>0</a:t>
                      </a:r>
                      <a:endParaRPr sz="1000">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000">
                          <a:latin typeface="Plus Jakarta Sans Light"/>
                          <a:ea typeface="Plus Jakarta Sans Light"/>
                          <a:cs typeface="Plus Jakarta Sans Light"/>
                          <a:sym typeface="Plus Jakarta Sans Light"/>
                        </a:rPr>
                        <a:t>Foundation Complete Gate</a:t>
                      </a:r>
                      <a:endParaRPr sz="1000">
                        <a:solidFill>
                          <a:schemeClr val="dk1"/>
                        </a:solidFill>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000">
                          <a:latin typeface="Plus Jakarta Sans Light"/>
                          <a:ea typeface="Plus Jakarta Sans Light"/>
                          <a:cs typeface="Plus Jakarta Sans Light"/>
                          <a:sym typeface="Plus Jakarta Sans Light"/>
                        </a:rPr>
                        <a:t>Shared Libraries built/packaged into NuGet &amp; Istio Strangler POC signed off</a:t>
                      </a:r>
                      <a:endParaRPr sz="1000">
                        <a:latin typeface="Plus Jakarta Sans Light"/>
                        <a:ea typeface="Plus Jakarta Sans Light"/>
                        <a:cs typeface="Plus Jakarta Sans Light"/>
                        <a:sym typeface="Plus Jakarta Sans Light"/>
                      </a:endParaRPr>
                    </a:p>
                    <a:p>
                      <a:pPr indent="0" lvl="0" marL="0" rtl="0" algn="l">
                        <a:lnSpc>
                          <a:spcPct val="115000"/>
                        </a:lnSpc>
                        <a:spcBef>
                          <a:spcPts val="0"/>
                        </a:spcBef>
                        <a:spcAft>
                          <a:spcPts val="0"/>
                        </a:spcAft>
                        <a:buNone/>
                      </a:pPr>
                      <a:r>
                        <a:t/>
                      </a:r>
                      <a:endParaRPr sz="1000">
                        <a:solidFill>
                          <a:schemeClr val="dk1"/>
                        </a:solidFill>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3</a:t>
                      </a:r>
                      <a:endParaRPr sz="1000">
                        <a:latin typeface="Proxima Nova"/>
                        <a:ea typeface="Proxima Nova"/>
                        <a:cs typeface="Proxima Nova"/>
                        <a:sym typeface="Proxima Nov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1053525">
                <a:tc>
                  <a:txBody>
                    <a:bodyPr/>
                    <a:lstStyle/>
                    <a:p>
                      <a:pPr indent="0" lvl="0" marL="0" rtl="0" algn="ctr">
                        <a:spcBef>
                          <a:spcPts val="0"/>
                        </a:spcBef>
                        <a:spcAft>
                          <a:spcPts val="0"/>
                        </a:spcAft>
                        <a:buNone/>
                      </a:pPr>
                      <a:r>
                        <a:rPr lang="en" sz="1000">
                          <a:latin typeface="Plus Jakarta Sans Light"/>
                          <a:ea typeface="Plus Jakarta Sans Light"/>
                          <a:cs typeface="Plus Jakarta Sans Light"/>
                          <a:sym typeface="Plus Jakarta Sans Light"/>
                        </a:rPr>
                        <a:t>1</a:t>
                      </a:r>
                      <a:endParaRPr sz="1000">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Plus Jakarta Sans Light"/>
                          <a:ea typeface="Plus Jakarta Sans Light"/>
                          <a:cs typeface="Plus Jakarta Sans Light"/>
                          <a:sym typeface="Plus Jakarta Sans Light"/>
                        </a:rPr>
                        <a:t>Core Transactional Domains</a:t>
                      </a:r>
                      <a:endParaRPr sz="1000">
                        <a:solidFill>
                          <a:schemeClr val="dk1"/>
                        </a:solidFill>
                        <a:highlight>
                          <a:schemeClr val="lt1"/>
                        </a:highlight>
                        <a:latin typeface="Plus Jakarta Sans Light"/>
                        <a:ea typeface="Plus Jakarta Sans Light"/>
                        <a:cs typeface="Plus Jakarta Sans Light"/>
                        <a:sym typeface="Plus Jakarta Sans Light"/>
                      </a:endParaRPr>
                    </a:p>
                    <a:p>
                      <a:pPr indent="0" lvl="0" marL="0" rtl="0" algn="l">
                        <a:lnSpc>
                          <a:spcPct val="115000"/>
                        </a:lnSpc>
                        <a:spcBef>
                          <a:spcPts val="0"/>
                        </a:spcBef>
                        <a:spcAft>
                          <a:spcPts val="0"/>
                        </a:spcAft>
                        <a:buNone/>
                      </a:pPr>
                      <a:r>
                        <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Plus Jakarta Sans Light"/>
                        <a:ea typeface="Plus Jakarta Sans Light"/>
                        <a:cs typeface="Plus Jakarta Sans Light"/>
                        <a:sym typeface="Plus Jakarta Sans Light"/>
                      </a:endParaRPr>
                    </a:p>
                  </a:txBody>
                  <a:tcPr marT="91425" marB="91425" marR="91425" marL="9142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1000">
                          <a:solidFill>
                            <a:schemeClr val="dk1"/>
                          </a:solidFill>
                          <a:highlight>
                            <a:schemeClr val="lt1"/>
                          </a:highlight>
                          <a:latin typeface="Plus Jakarta Sans Light"/>
                          <a:ea typeface="Plus Jakarta Sans Light"/>
                          <a:cs typeface="Plus Jakarta Sans Light"/>
                          <a:sym typeface="Plus Jakarta Sans Light"/>
                        </a:rPr>
                        <a:t>Modernization and translation of 52 validated PL/SQL objects spanning Sales Origination &amp; Pricing, Service Dispatch, and Vendor Management domains into containerized .NET microservices.</a:t>
                      </a:r>
                      <a:endParaRPr sz="1000">
                        <a:solidFill>
                          <a:schemeClr val="dk1"/>
                        </a:solidFill>
                        <a:highlight>
                          <a:schemeClr val="lt1"/>
                        </a:highlight>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24</a:t>
                      </a:r>
                      <a:endParaRPr sz="1000">
                        <a:latin typeface="Proxima Nova"/>
                        <a:ea typeface="Proxima Nova"/>
                        <a:cs typeface="Proxima Nova"/>
                        <a:sym typeface="Proxima Nov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873850">
                <a:tc>
                  <a:txBody>
                    <a:bodyPr/>
                    <a:lstStyle/>
                    <a:p>
                      <a:pPr indent="0" lvl="0" marL="0" rtl="0" algn="ctr">
                        <a:spcBef>
                          <a:spcPts val="0"/>
                        </a:spcBef>
                        <a:spcAft>
                          <a:spcPts val="0"/>
                        </a:spcAft>
                        <a:buNone/>
                      </a:pPr>
                      <a:r>
                        <a:rPr lang="en" sz="1000">
                          <a:latin typeface="Plus Jakarta Sans Light"/>
                          <a:ea typeface="Plus Jakarta Sans Light"/>
                          <a:cs typeface="Plus Jakarta Sans Light"/>
                          <a:sym typeface="Plus Jakarta Sans Light"/>
                        </a:rPr>
                        <a:t>2</a:t>
                      </a:r>
                      <a:endParaRPr sz="1000">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Plus Jakarta Sans Light"/>
                          <a:ea typeface="Plus Jakarta Sans Light"/>
                          <a:cs typeface="Plus Jakarta Sans Light"/>
                          <a:sym typeface="Plus Jakarta Sans Light"/>
                        </a:rPr>
                        <a:t>Financial &amp; Invoicing Operational Domains</a:t>
                      </a:r>
                      <a:endParaRPr sz="1000">
                        <a:solidFill>
                          <a:schemeClr val="dk1"/>
                        </a:solidFill>
                        <a:highlight>
                          <a:schemeClr val="lt1"/>
                        </a:highlight>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Plus Jakarta Sans Light"/>
                          <a:ea typeface="Plus Jakarta Sans Light"/>
                          <a:cs typeface="Plus Jakarta Sans Light"/>
                          <a:sym typeface="Plus Jakarta Sans Light"/>
                        </a:rPr>
                        <a:t>Modernization and rewrite of 41 validated PL/SQL objects covering the Payment Processing, Invoicing, and Commission Calculation domains.</a:t>
                      </a:r>
                      <a:endParaRPr sz="1000">
                        <a:solidFill>
                          <a:schemeClr val="dk1"/>
                        </a:solidFill>
                        <a:highlight>
                          <a:schemeClr val="lt1"/>
                        </a:highlight>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22</a:t>
                      </a:r>
                      <a:endParaRPr sz="1000">
                        <a:solidFill>
                          <a:schemeClr val="dk1"/>
                        </a:solidFill>
                        <a:latin typeface="Proxima Nova"/>
                        <a:ea typeface="Proxima Nova"/>
                        <a:cs typeface="Proxima Nova"/>
                        <a:sym typeface="Proxima Nov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873850">
                <a:tc>
                  <a:txBody>
                    <a:bodyPr/>
                    <a:lstStyle/>
                    <a:p>
                      <a:pPr indent="0" lvl="0" marL="0" rtl="0" algn="ctr">
                        <a:spcBef>
                          <a:spcPts val="0"/>
                        </a:spcBef>
                        <a:spcAft>
                          <a:spcPts val="0"/>
                        </a:spcAft>
                        <a:buNone/>
                      </a:pPr>
                      <a:r>
                        <a:rPr lang="en" sz="1000">
                          <a:latin typeface="Plus Jakarta Sans Light"/>
                          <a:ea typeface="Plus Jakarta Sans Light"/>
                          <a:cs typeface="Plus Jakarta Sans Light"/>
                          <a:sym typeface="Plus Jakarta Sans Light"/>
                        </a:rPr>
                        <a:t>3</a:t>
                      </a:r>
                      <a:endParaRPr sz="1000">
                        <a:latin typeface="Plus Jakarta Sans Light"/>
                        <a:ea typeface="Plus Jakarta Sans Light"/>
                        <a:cs typeface="Plus Jakarta Sans Light"/>
                        <a:sym typeface="Plus Jakarta Sans Light"/>
                      </a:endParaRPr>
                    </a:p>
                    <a:p>
                      <a:pPr indent="0" lvl="0" marL="0" marR="0" rtl="0" algn="ctr">
                        <a:lnSpc>
                          <a:spcPct val="100000"/>
                        </a:lnSpc>
                        <a:spcBef>
                          <a:spcPts val="0"/>
                        </a:spcBef>
                        <a:spcAft>
                          <a:spcPts val="0"/>
                        </a:spcAft>
                        <a:buNone/>
                      </a:pPr>
                      <a:r>
                        <a:t/>
                      </a:r>
                      <a:endParaRPr sz="1000">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Plus Jakarta Sans Light"/>
                          <a:ea typeface="Plus Jakarta Sans Light"/>
                          <a:cs typeface="Plus Jakarta Sans Light"/>
                          <a:sym typeface="Plus Jakarta Sans Light"/>
                        </a:rPr>
                        <a:t>ERP Integration &amp; Ledger Domains</a:t>
                      </a:r>
                      <a:endParaRPr sz="1000">
                        <a:solidFill>
                          <a:schemeClr val="dk1"/>
                        </a:solidFill>
                        <a:highlight>
                          <a:schemeClr val="lt1"/>
                        </a:highlight>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highlight>
                            <a:schemeClr val="lt1"/>
                          </a:highlight>
                          <a:latin typeface="Plus Jakarta Sans Light"/>
                          <a:ea typeface="Plus Jakarta Sans Light"/>
                          <a:cs typeface="Plus Jakarta Sans Light"/>
                          <a:sym typeface="Plus Jakarta Sans Light"/>
                        </a:rPr>
                        <a:t>Modernization of the final 29 validated PL/SQL objects governing Financial Reconciliation with the JDE (ERP) system.</a:t>
                      </a:r>
                      <a:endParaRPr sz="1000">
                        <a:solidFill>
                          <a:schemeClr val="dk1"/>
                        </a:solidFill>
                        <a:highlight>
                          <a:schemeClr val="lt1"/>
                        </a:highlight>
                        <a:latin typeface="Plus Jakarta Sans Light"/>
                        <a:ea typeface="Plus Jakarta Sans Light"/>
                        <a:cs typeface="Plus Jakarta Sans Light"/>
                        <a:sym typeface="Plus Jakarta Sans Light"/>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1000">
                          <a:solidFill>
                            <a:schemeClr val="dk1"/>
                          </a:solidFill>
                          <a:latin typeface="Proxima Nova"/>
                          <a:ea typeface="Proxima Nova"/>
                          <a:cs typeface="Proxima Nova"/>
                          <a:sym typeface="Proxima Nova"/>
                        </a:rPr>
                        <a:t>25</a:t>
                      </a:r>
                      <a:endParaRPr sz="1000">
                        <a:solidFill>
                          <a:schemeClr val="dk1"/>
                        </a:solidFill>
                        <a:latin typeface="Proxima Nova"/>
                        <a:ea typeface="Proxima Nova"/>
                        <a:cs typeface="Proxima Nova"/>
                        <a:sym typeface="Proxima Nova"/>
                      </a:endParaRPr>
                    </a:p>
                    <a:p>
                      <a:pPr indent="0" lvl="0" marL="0" rtl="0" algn="ctr">
                        <a:spcBef>
                          <a:spcPts val="0"/>
                        </a:spcBef>
                        <a:spcAft>
                          <a:spcPts val="0"/>
                        </a:spcAft>
                        <a:buNone/>
                      </a:pPr>
                      <a:r>
                        <a:t/>
                      </a:r>
                      <a:endParaRPr sz="1000">
                        <a:solidFill>
                          <a:schemeClr val="dk1"/>
                        </a:solidFill>
                        <a:latin typeface="Proxima Nova"/>
                        <a:ea typeface="Proxima Nova"/>
                        <a:cs typeface="Proxima Nova"/>
                        <a:sym typeface="Proxima Nova"/>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pic>
        <p:nvPicPr>
          <p:cNvPr id="539" name="Google Shape;539;p75"/>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76"/>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Implementation </a:t>
            </a:r>
            <a:r>
              <a:rPr lang="en"/>
              <a:t>Approach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7"/>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High-Level Timeline (Pending Gap Remediation)</a:t>
            </a:r>
            <a:endParaRPr/>
          </a:p>
        </p:txBody>
      </p:sp>
      <p:pic>
        <p:nvPicPr>
          <p:cNvPr id="550" name="Google Shape;550;p77"/>
          <p:cNvPicPr preferRelativeResize="0"/>
          <p:nvPr/>
        </p:nvPicPr>
        <p:blipFill>
          <a:blip r:embed="rId3">
            <a:alphaModFix/>
          </a:blip>
          <a:stretch>
            <a:fillRect/>
          </a:stretch>
        </p:blipFill>
        <p:spPr>
          <a:xfrm>
            <a:off x="7886700" y="4689225"/>
            <a:ext cx="914400" cy="451350"/>
          </a:xfrm>
          <a:prstGeom prst="rect">
            <a:avLst/>
          </a:prstGeom>
          <a:noFill/>
          <a:ln>
            <a:noFill/>
          </a:ln>
        </p:spPr>
      </p:pic>
      <p:pic>
        <p:nvPicPr>
          <p:cNvPr id="551" name="Google Shape;551;p77"/>
          <p:cNvPicPr preferRelativeResize="0"/>
          <p:nvPr/>
        </p:nvPicPr>
        <p:blipFill>
          <a:blip r:embed="rId4">
            <a:alphaModFix/>
          </a:blip>
          <a:stretch>
            <a:fillRect/>
          </a:stretch>
        </p:blipFill>
        <p:spPr>
          <a:xfrm>
            <a:off x="228625" y="660725"/>
            <a:ext cx="8684401" cy="4127001"/>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8"/>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Gap Remediation Sessions</a:t>
            </a:r>
            <a:endParaRPr/>
          </a:p>
        </p:txBody>
      </p:sp>
      <p:graphicFrame>
        <p:nvGraphicFramePr>
          <p:cNvPr id="557" name="Google Shape;557;p78"/>
          <p:cNvGraphicFramePr/>
          <p:nvPr/>
        </p:nvGraphicFramePr>
        <p:xfrm>
          <a:off x="411480" y="813816"/>
          <a:ext cx="3000000" cy="3000000"/>
        </p:xfrm>
        <a:graphic>
          <a:graphicData uri="http://schemas.openxmlformats.org/drawingml/2006/table">
            <a:tbl>
              <a:tblPr>
                <a:noFill/>
                <a:tableStyleId>{B4668577-4333-4DFD-9E2B-155F8995ABA9}</a:tableStyleId>
              </a:tblPr>
              <a:tblGrid>
                <a:gridCol w="1642200"/>
                <a:gridCol w="4491625"/>
                <a:gridCol w="1219925"/>
                <a:gridCol w="989725"/>
              </a:tblGrid>
              <a:tr h="322925">
                <a:tc>
                  <a:txBody>
                    <a:bodyPr/>
                    <a:lstStyle/>
                    <a:p>
                      <a:pPr indent="0" lvl="0" marL="0" rtl="0" algn="l">
                        <a:spcBef>
                          <a:spcPts val="0"/>
                        </a:spcBef>
                        <a:spcAft>
                          <a:spcPts val="0"/>
                        </a:spcAft>
                        <a:buNone/>
                      </a:pPr>
                      <a:r>
                        <a:rPr lang="en" sz="1000">
                          <a:solidFill>
                            <a:schemeClr val="lt1"/>
                          </a:solidFill>
                          <a:latin typeface="Plus Jakarta Sans SemiBold"/>
                          <a:ea typeface="Plus Jakarta Sans SemiBold"/>
                          <a:cs typeface="Plus Jakarta Sans SemiBold"/>
                          <a:sym typeface="Plus Jakarta Sans SemiBold"/>
                        </a:rPr>
                        <a:t>Session</a:t>
                      </a:r>
                      <a:endParaRPr sz="1000">
                        <a:solidFill>
                          <a:schemeClr val="lt1"/>
                        </a:solidFill>
                        <a:latin typeface="Plus Jakarta Sans SemiBold"/>
                        <a:ea typeface="Plus Jakarta Sans SemiBold"/>
                        <a:cs typeface="Plus Jakarta Sans SemiBold"/>
                        <a:sym typeface="Plus Jakarta Sans SemiBold"/>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1000">
                          <a:solidFill>
                            <a:schemeClr val="lt1"/>
                          </a:solidFill>
                          <a:latin typeface="Plus Jakarta Sans SemiBold"/>
                          <a:ea typeface="Plus Jakarta Sans SemiBold"/>
                          <a:cs typeface="Plus Jakarta Sans SemiBold"/>
                          <a:sym typeface="Plus Jakarta Sans SemiBold"/>
                        </a:rPr>
                        <a:t>Summary</a:t>
                      </a:r>
                      <a:endParaRPr sz="1000">
                        <a:solidFill>
                          <a:schemeClr val="lt1"/>
                        </a:solidFill>
                        <a:latin typeface="Plus Jakarta Sans SemiBold"/>
                        <a:ea typeface="Plus Jakarta Sans SemiBold"/>
                        <a:cs typeface="Plus Jakarta Sans SemiBold"/>
                        <a:sym typeface="Plus Jakarta Sans SemiBold"/>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1000">
                          <a:solidFill>
                            <a:schemeClr val="lt1"/>
                          </a:solidFill>
                          <a:latin typeface="Plus Jakarta Sans SemiBold"/>
                          <a:ea typeface="Plus Jakarta Sans SemiBold"/>
                          <a:cs typeface="Plus Jakarta Sans SemiBold"/>
                          <a:sym typeface="Plus Jakarta Sans SemiBold"/>
                        </a:rPr>
                        <a:t>Attendees</a:t>
                      </a:r>
                      <a:endParaRPr sz="1000">
                        <a:solidFill>
                          <a:schemeClr val="lt1"/>
                        </a:solidFill>
                        <a:latin typeface="Plus Jakarta Sans SemiBold"/>
                        <a:ea typeface="Plus Jakarta Sans SemiBold"/>
                        <a:cs typeface="Plus Jakarta Sans SemiBold"/>
                        <a:sym typeface="Plus Jakarta Sans SemiBold"/>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1000">
                          <a:solidFill>
                            <a:schemeClr val="lt1"/>
                          </a:solidFill>
                          <a:latin typeface="Plus Jakarta Sans SemiBold"/>
                          <a:ea typeface="Plus Jakarta Sans SemiBold"/>
                          <a:cs typeface="Plus Jakarta Sans SemiBold"/>
                          <a:sym typeface="Plus Jakarta Sans SemiBold"/>
                        </a:rPr>
                        <a:t>Target Date</a:t>
                      </a:r>
                      <a:endParaRPr sz="1000">
                        <a:solidFill>
                          <a:schemeClr val="lt1"/>
                        </a:solidFill>
                        <a:latin typeface="Plus Jakarta Sans SemiBold"/>
                        <a:ea typeface="Plus Jakarta Sans SemiBold"/>
                        <a:cs typeface="Plus Jakarta Sans SemiBold"/>
                        <a:sym typeface="Plus Jakarta Sans SemiBold"/>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289300">
                <a:tc>
                  <a:txBody>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Core Transactional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Confirming business logic, needed code changes and dead code,</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chemeClr val="dk1"/>
                          </a:solidFill>
                          <a:latin typeface="Plus Jakarta Sans"/>
                          <a:ea typeface="Plus Jakarta Sans"/>
                          <a:cs typeface="Plus Jakarta Sans"/>
                          <a:sym typeface="Plus Jakarta Sans"/>
                        </a:rPr>
                        <a:t>66d + Frontdoor Tech Team</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Clr>
                          <a:schemeClr val="dk1"/>
                        </a:buClr>
                        <a:buSzPts val="1100"/>
                        <a:buFont typeface="Arial"/>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489000">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Plus Jakarta Sans"/>
                          <a:ea typeface="Plus Jakarta Sans"/>
                          <a:cs typeface="Plus Jakarta Sans"/>
                          <a:sym typeface="Plus Jakarta Sans"/>
                        </a:rPr>
                        <a:t>Financial &amp; Invoicing</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Confirming business logic, needed code changes and dead code.</a:t>
                      </a:r>
                      <a:endParaRPr sz="1000">
                        <a:solidFill>
                          <a:schemeClr val="dk1"/>
                        </a:solidFill>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chemeClr val="dk1"/>
                          </a:solidFill>
                          <a:latin typeface="Plus Jakarta Sans"/>
                          <a:ea typeface="Plus Jakarta Sans"/>
                          <a:cs typeface="Plus Jakarta Sans"/>
                          <a:sym typeface="Plus Jakarta Sans"/>
                        </a:rPr>
                        <a:t>66d + Frontdoor  Tech Team</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591925">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Plus Jakarta Sans"/>
                          <a:ea typeface="Plus Jakarta Sans"/>
                          <a:cs typeface="Plus Jakarta Sans"/>
                          <a:sym typeface="Plus Jakarta Sans"/>
                        </a:rPr>
                        <a:t>ERP &amp; Ledger</a:t>
                      </a:r>
                      <a:endParaRPr sz="1000">
                        <a:latin typeface="Plus Jakarta Sans"/>
                        <a:ea typeface="Plus Jakarta Sans"/>
                        <a:cs typeface="Plus Jakarta Sans"/>
                        <a:sym typeface="Plus Jakarta Sans"/>
                      </a:endParaRPr>
                    </a:p>
                    <a:p>
                      <a:pPr indent="0" lvl="0" marL="0" marR="0" rtl="0" algn="l">
                        <a:lnSpc>
                          <a:spcPct val="100000"/>
                        </a:lnSpc>
                        <a:spcBef>
                          <a:spcPts val="0"/>
                        </a:spcBef>
                        <a:spcAft>
                          <a:spcPts val="0"/>
                        </a:spcAft>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latin typeface="Plus Jakarta Sans"/>
                          <a:ea typeface="Plus Jakarta Sans"/>
                          <a:cs typeface="Plus Jakarta Sans"/>
                          <a:sym typeface="Plus Jakarta Sans"/>
                        </a:rPr>
                        <a:t>Confirming business logic, needed code changes and dead code.</a:t>
                      </a:r>
                      <a:endParaRPr sz="1000">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000">
                        <a:solidFill>
                          <a:schemeClr val="dk1"/>
                        </a:solidFill>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chemeClr val="dk1"/>
                          </a:solidFill>
                          <a:latin typeface="Plus Jakarta Sans"/>
                          <a:ea typeface="Plus Jakarta Sans"/>
                          <a:cs typeface="Plus Jakarta Sans"/>
                          <a:sym typeface="Plus Jakarta Sans"/>
                        </a:rPr>
                        <a:t>66d + Frontdoor Tech Team</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489000">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Plus Jakarta Sans"/>
                          <a:ea typeface="Plus Jakarta Sans"/>
                          <a:cs typeface="Plus Jakarta Sans"/>
                          <a:sym typeface="Plus Jakarta Sans"/>
                        </a:rPr>
                        <a:t>Infrastructure Overview</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solidFill>
                            <a:schemeClr val="dk1"/>
                          </a:solidFill>
                          <a:latin typeface="Plus Jakarta Sans"/>
                          <a:ea typeface="Plus Jakarta Sans"/>
                          <a:cs typeface="Plus Jakarta Sans"/>
                          <a:sym typeface="Plus Jakarta Sans"/>
                        </a:rPr>
                        <a:t>Confirming current infrastructure and what can be leveraged.</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chemeClr val="dk1"/>
                          </a:solidFill>
                          <a:latin typeface="Plus Jakarta Sans"/>
                          <a:ea typeface="Plus Jakarta Sans"/>
                          <a:cs typeface="Plus Jakarta Sans"/>
                          <a:sym typeface="Plus Jakarta Sans"/>
                        </a:rPr>
                        <a:t>66d + Frontdoor  Infra Team</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591925">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Plus Jakarta Sans"/>
                          <a:ea typeface="Plus Jakarta Sans"/>
                          <a:cs typeface="Plus Jakarta Sans"/>
                          <a:sym typeface="Plus Jakarta Sans"/>
                        </a:rPr>
                        <a:t>Deployment Pipelines &amp; Artifacts</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solidFill>
                            <a:schemeClr val="dk1"/>
                          </a:solidFill>
                          <a:latin typeface="Plus Jakarta Sans"/>
                          <a:ea typeface="Plus Jakarta Sans"/>
                          <a:cs typeface="Plus Jakarta Sans"/>
                          <a:sym typeface="Plus Jakarta Sans"/>
                        </a:rPr>
                        <a:t>Identifying how deployment needs to happen, what is required from the 66 team</a:t>
                      </a:r>
                      <a:r>
                        <a:rPr lang="en" sz="1000">
                          <a:solidFill>
                            <a:schemeClr val="dk1"/>
                          </a:solidFill>
                          <a:latin typeface="Plus Jakarta Sans"/>
                          <a:ea typeface="Plus Jakarta Sans"/>
                          <a:cs typeface="Plus Jakarta Sans"/>
                          <a:sym typeface="Plus Jakarta Sans"/>
                        </a:rPr>
                        <a:t>’s </a:t>
                      </a:r>
                      <a:r>
                        <a:rPr lang="en" sz="1000">
                          <a:solidFill>
                            <a:schemeClr val="dk1"/>
                          </a:solidFill>
                          <a:latin typeface="Plus Jakarta Sans"/>
                          <a:ea typeface="Plus Jakarta Sans"/>
                          <a:cs typeface="Plus Jakarta Sans"/>
                          <a:sym typeface="Plus Jakarta Sans"/>
                        </a:rPr>
                        <a:t>end, and the overall process.</a:t>
                      </a:r>
                      <a:endParaRPr sz="1000">
                        <a:solidFill>
                          <a:schemeClr val="dk1"/>
                        </a:solidFill>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chemeClr val="dk1"/>
                          </a:solidFill>
                          <a:latin typeface="Plus Jakarta Sans"/>
                          <a:ea typeface="Plus Jakarta Sans"/>
                          <a:cs typeface="Plus Jakarta Sans"/>
                          <a:sym typeface="Plus Jakarta Sans"/>
                        </a:rPr>
                        <a:t>66d + Frontdoor  Infra Team</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489000">
                <a:tc>
                  <a:txBody>
                    <a:bodyPr/>
                    <a:lstStyle/>
                    <a:p>
                      <a:pPr indent="0" lvl="0" marL="0" rtl="0" algn="l">
                        <a:spcBef>
                          <a:spcPts val="0"/>
                        </a:spcBef>
                        <a:spcAft>
                          <a:spcPts val="0"/>
                        </a:spcAft>
                        <a:buClr>
                          <a:schemeClr val="dk1"/>
                        </a:buClr>
                        <a:buSzPts val="1100"/>
                        <a:buFont typeface="Arial"/>
                        <a:buNone/>
                      </a:pPr>
                      <a:r>
                        <a:rPr lang="en" sz="1000">
                          <a:solidFill>
                            <a:schemeClr val="dk1"/>
                          </a:solidFill>
                          <a:latin typeface="Plus Jakarta Sans"/>
                          <a:ea typeface="Plus Jakarta Sans"/>
                          <a:cs typeface="Plus Jakarta Sans"/>
                          <a:sym typeface="Plus Jakarta Sans"/>
                        </a:rPr>
                        <a:t>Demo Session</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 sz="1000">
                          <a:solidFill>
                            <a:schemeClr val="dk1"/>
                          </a:solidFill>
                          <a:latin typeface="Plus Jakarta Sans"/>
                          <a:ea typeface="Plus Jakarta Sans"/>
                          <a:cs typeface="Plus Jakarta Sans"/>
                          <a:sym typeface="Plus Jakarta Sans"/>
                        </a:rPr>
                        <a:t>A full demo session of Frontdoor’s current system. </a:t>
                      </a:r>
                      <a:endParaRPr sz="1000">
                        <a:solidFill>
                          <a:schemeClr val="dk1"/>
                        </a:solidFill>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 sz="1000">
                          <a:solidFill>
                            <a:schemeClr val="dk1"/>
                          </a:solidFill>
                          <a:latin typeface="Plus Jakarta Sans"/>
                          <a:ea typeface="Plus Jakarta Sans"/>
                          <a:cs typeface="Plus Jakarta Sans"/>
                          <a:sym typeface="Plus Jakarta Sans"/>
                        </a:rPr>
                        <a:t>66d + Frontdoor  Business Team</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1000">
                        <a:latin typeface="Plus Jakarta Sans"/>
                        <a:ea typeface="Plus Jakarta Sans"/>
                        <a:cs typeface="Plus Jakarta Sans"/>
                        <a:sym typeface="Plus Jakarta Sans"/>
                      </a:endParaRPr>
                    </a:p>
                  </a:txBody>
                  <a:tcPr marT="91425" marB="91425" marR="91425" marL="9142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bl>
          </a:graphicData>
        </a:graphic>
      </p:graphicFrame>
      <p:pic>
        <p:nvPicPr>
          <p:cNvPr id="558" name="Google Shape;558;p78"/>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9"/>
          <p:cNvSpPr/>
          <p:nvPr/>
        </p:nvSpPr>
        <p:spPr>
          <a:xfrm>
            <a:off x="0" y="0"/>
            <a:ext cx="9144000" cy="5143500"/>
          </a:xfrm>
          <a:prstGeom prst="rect">
            <a:avLst/>
          </a:prstGeom>
          <a:solidFill>
            <a:srgbClr val="FF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4" name="Google Shape;564;p79"/>
          <p:cNvSpPr/>
          <p:nvPr/>
        </p:nvSpPr>
        <p:spPr>
          <a:xfrm>
            <a:off x="0" y="0"/>
            <a:ext cx="9144000" cy="5143500"/>
          </a:xfrm>
          <a:custGeom>
            <a:rect b="b" l="l" r="r" t="t"/>
            <a:pathLst>
              <a:path extrusionOk="0" h="120000" w="120000">
                <a:moveTo>
                  <a:pt x="0" y="0"/>
                </a:moveTo>
                <a:lnTo>
                  <a:pt x="120000" y="0"/>
                </a:lnTo>
                <a:lnTo>
                  <a:pt x="120000" y="120000"/>
                </a:lnTo>
                <a:lnTo>
                  <a:pt x="0" y="120000"/>
                </a:lnTo>
                <a:close/>
              </a:path>
            </a:pathLst>
          </a:custGeom>
          <a:solidFill>
            <a:srgbClr val="F0F3F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5" name="Google Shape;565;p79"/>
          <p:cNvSpPr/>
          <p:nvPr/>
        </p:nvSpPr>
        <p:spPr>
          <a:xfrm>
            <a:off x="228600" y="655320"/>
            <a:ext cx="8667900" cy="4139700"/>
          </a:xfrm>
          <a:prstGeom prst="roundRect">
            <a:avLst>
              <a:gd fmla="val 184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6" name="Google Shape;566;p79"/>
          <p:cNvSpPr txBox="1"/>
          <p:nvPr/>
        </p:nvSpPr>
        <p:spPr>
          <a:xfrm>
            <a:off x="323850" y="152400"/>
            <a:ext cx="5715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040A1B"/>
                </a:solidFill>
                <a:latin typeface="Plus Jakarta Sans"/>
                <a:ea typeface="Plus Jakarta Sans"/>
                <a:cs typeface="Plus Jakarta Sans"/>
                <a:sym typeface="Plus Jakarta Sans"/>
              </a:rPr>
              <a:t>S/W</a:t>
            </a:r>
            <a:r>
              <a:rPr b="1" lang="en" sz="1800">
                <a:solidFill>
                  <a:srgbClr val="040A1B"/>
                </a:solidFill>
                <a:latin typeface="Plus Jakarta Sans"/>
                <a:ea typeface="Plus Jakarta Sans"/>
                <a:cs typeface="Plus Jakarta Sans"/>
                <a:sym typeface="Plus Jakarta Sans"/>
              </a:rPr>
              <a:t> Approach: API Modernization Process</a:t>
            </a:r>
            <a:endParaRPr b="1" sz="1800">
              <a:solidFill>
                <a:srgbClr val="040A1B"/>
              </a:solidFill>
              <a:latin typeface="Plus Jakarta Sans"/>
              <a:ea typeface="Plus Jakarta Sans"/>
              <a:cs typeface="Plus Jakarta Sans"/>
              <a:sym typeface="Plus Jakarta Sans"/>
            </a:endParaRPr>
          </a:p>
        </p:txBody>
      </p:sp>
      <p:grpSp>
        <p:nvGrpSpPr>
          <p:cNvPr id="567" name="Google Shape;567;p79"/>
          <p:cNvGrpSpPr/>
          <p:nvPr/>
        </p:nvGrpSpPr>
        <p:grpSpPr>
          <a:xfrm>
            <a:off x="342900" y="4689158"/>
            <a:ext cx="8458200" cy="451200"/>
            <a:chOff x="342900" y="4689158"/>
            <a:chExt cx="8458200" cy="451200"/>
          </a:xfrm>
        </p:grpSpPr>
        <p:pic>
          <p:nvPicPr>
            <p:cNvPr id="568" name="Google Shape;568;p79"/>
            <p:cNvPicPr preferRelativeResize="0"/>
            <p:nvPr/>
          </p:nvPicPr>
          <p:blipFill rotWithShape="1">
            <a:blip r:embed="rId3">
              <a:alphaModFix/>
            </a:blip>
            <a:srcRect b="10" l="0" r="0" t="10"/>
            <a:stretch/>
          </p:blipFill>
          <p:spPr>
            <a:xfrm>
              <a:off x="342900" y="4845368"/>
              <a:ext cx="540900" cy="127500"/>
            </a:xfrm>
            <a:prstGeom prst="rect">
              <a:avLst/>
            </a:prstGeom>
            <a:noFill/>
            <a:ln>
              <a:noFill/>
            </a:ln>
          </p:spPr>
        </p:pic>
        <p:pic>
          <p:nvPicPr>
            <p:cNvPr id="569" name="Google Shape;569;p79"/>
            <p:cNvPicPr preferRelativeResize="0"/>
            <p:nvPr/>
          </p:nvPicPr>
          <p:blipFill rotWithShape="1">
            <a:blip r:embed="rId4">
              <a:alphaModFix/>
            </a:blip>
            <a:srcRect b="12985" l="0" r="0" t="12985"/>
            <a:stretch/>
          </p:blipFill>
          <p:spPr>
            <a:xfrm>
              <a:off x="7886700" y="4689158"/>
              <a:ext cx="914400" cy="451200"/>
            </a:xfrm>
            <a:prstGeom prst="rect">
              <a:avLst/>
            </a:prstGeom>
            <a:noFill/>
            <a:ln>
              <a:noFill/>
            </a:ln>
          </p:spPr>
        </p:pic>
      </p:grpSp>
      <p:grpSp>
        <p:nvGrpSpPr>
          <p:cNvPr id="570" name="Google Shape;570;p79"/>
          <p:cNvGrpSpPr/>
          <p:nvPr/>
        </p:nvGrpSpPr>
        <p:grpSpPr>
          <a:xfrm>
            <a:off x="323850" y="714375"/>
            <a:ext cx="3905400" cy="1905000"/>
            <a:chOff x="0" y="0"/>
            <a:chExt cx="3905400" cy="1905000"/>
          </a:xfrm>
        </p:grpSpPr>
        <p:sp>
          <p:nvSpPr>
            <p:cNvPr id="571" name="Google Shape;571;p79"/>
            <p:cNvSpPr/>
            <p:nvPr/>
          </p:nvSpPr>
          <p:spPr>
            <a:xfrm>
              <a:off x="0" y="0"/>
              <a:ext cx="3905400" cy="19050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79"/>
            <p:cNvSpPr/>
            <p:nvPr/>
          </p:nvSpPr>
          <p:spPr>
            <a:xfrm>
              <a:off x="0" y="0"/>
              <a:ext cx="114300" cy="1905000"/>
            </a:xfrm>
            <a:custGeom>
              <a:rect b="b" l="l" r="r" t="t"/>
              <a:pathLst>
                <a:path extrusionOk="0" h="120000" w="120000">
                  <a:moveTo>
                    <a:pt x="0" y="4800"/>
                  </a:moveTo>
                  <a:cubicBezTo>
                    <a:pt x="0" y="2100"/>
                    <a:pt x="35000" y="0"/>
                    <a:pt x="80000" y="0"/>
                  </a:cubicBezTo>
                  <a:lnTo>
                    <a:pt x="120000" y="0"/>
                  </a:lnTo>
                  <a:lnTo>
                    <a:pt x="120000" y="120000"/>
                  </a:lnTo>
                  <a:lnTo>
                    <a:pt x="80000" y="120000"/>
                  </a:lnTo>
                  <a:cubicBezTo>
                    <a:pt x="35000" y="120000"/>
                    <a:pt x="0" y="117900"/>
                    <a:pt x="0" y="115200"/>
                  </a:cubicBezTo>
                  <a:close/>
                </a:path>
              </a:pathLst>
            </a:custGeom>
            <a:solidFill>
              <a:srgbClr val="0F476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3" name="Google Shape;573;p79"/>
            <p:cNvSpPr txBox="1"/>
            <p:nvPr/>
          </p:nvSpPr>
          <p:spPr>
            <a:xfrm>
              <a:off x="228600" y="152400"/>
              <a:ext cx="34863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4761"/>
                  </a:solidFill>
                  <a:latin typeface="Plus Jakarta Sans"/>
                  <a:ea typeface="Plus Jakarta Sans"/>
                  <a:cs typeface="Plus Jakarta Sans"/>
                  <a:sym typeface="Plus Jakarta Sans"/>
                </a:rPr>
                <a:t>Architectural </a:t>
              </a:r>
              <a:r>
                <a:rPr b="1" lang="en" sz="1200">
                  <a:solidFill>
                    <a:srgbClr val="0F4761"/>
                  </a:solidFill>
                  <a:latin typeface="Plus Jakarta Sans"/>
                  <a:ea typeface="Plus Jakarta Sans"/>
                  <a:cs typeface="Plus Jakarta Sans"/>
                  <a:sym typeface="Plus Jakarta Sans"/>
                </a:rPr>
                <a:t>Overview</a:t>
              </a:r>
              <a:endParaRPr b="1" sz="1200">
                <a:solidFill>
                  <a:srgbClr val="0F4761"/>
                </a:solidFill>
                <a:latin typeface="Plus Jakarta Sans"/>
                <a:ea typeface="Plus Jakarta Sans"/>
                <a:cs typeface="Plus Jakarta Sans"/>
                <a:sym typeface="Plus Jakarta Sans"/>
              </a:endParaRPr>
            </a:p>
            <a:p>
              <a:pPr indent="0" lvl="0" marL="0" rtl="0" algn="l">
                <a:spcBef>
                  <a:spcPts val="600"/>
                </a:spcBef>
                <a:spcAft>
                  <a:spcPts val="0"/>
                </a:spcAft>
                <a:buNone/>
              </a:pPr>
              <a:r>
                <a:rPr lang="en" sz="900">
                  <a:solidFill>
                    <a:srgbClr val="334155"/>
                  </a:solidFill>
                  <a:latin typeface="Plus Jakarta Sans"/>
                  <a:ea typeface="Plus Jakarta Sans"/>
                  <a:cs typeface="Plus Jakarta Sans"/>
                  <a:sym typeface="Plus Jakarta Sans"/>
                </a:rPr>
                <a:t>The goal is to analyze </a:t>
              </a:r>
              <a:r>
                <a:rPr b="1" lang="en" sz="900">
                  <a:solidFill>
                    <a:srgbClr val="0F4761"/>
                  </a:solidFill>
                  <a:latin typeface="Plus Jakarta Sans"/>
                  <a:ea typeface="Plus Jakarta Sans"/>
                  <a:cs typeface="Plus Jakarta Sans"/>
                  <a:sym typeface="Plus Jakarta Sans"/>
                </a:rPr>
                <a:t>133 PL/SQL stored procedures</a:t>
              </a:r>
              <a:r>
                <a:rPr lang="en" sz="900">
                  <a:solidFill>
                    <a:srgbClr val="334155"/>
                  </a:solidFill>
                  <a:latin typeface="Plus Jakarta Sans"/>
                  <a:ea typeface="Plus Jakarta Sans"/>
                  <a:cs typeface="Plus Jakarta Sans"/>
                  <a:sym typeface="Plus Jakarta Sans"/>
                </a:rPr>
                <a:t> and securely expose them via </a:t>
              </a:r>
              <a:r>
                <a:rPr b="1" lang="en" sz="900">
                  <a:solidFill>
                    <a:srgbClr val="0F4761"/>
                  </a:solidFill>
                  <a:latin typeface="Plus Jakarta Sans"/>
                  <a:ea typeface="Plus Jakarta Sans"/>
                  <a:cs typeface="Plus Jakarta Sans"/>
                  <a:sym typeface="Plus Jakarta Sans"/>
                </a:rPr>
                <a:t>.NET API endpoints</a:t>
              </a:r>
              <a:r>
                <a:rPr lang="en" sz="900">
                  <a:solidFill>
                    <a:srgbClr val="334155"/>
                  </a:solidFill>
                  <a:latin typeface="Plus Jakarta Sans"/>
                  <a:ea typeface="Plus Jakarta Sans"/>
                  <a:cs typeface="Plus Jakarta Sans"/>
                  <a:sym typeface="Plus Jakarta Sans"/>
                </a:rPr>
                <a:t>.</a:t>
              </a:r>
              <a:endParaRPr sz="900">
                <a:solidFill>
                  <a:srgbClr val="334155"/>
                </a:solidFill>
                <a:latin typeface="Plus Jakarta Sans"/>
                <a:ea typeface="Plus Jakarta Sans"/>
                <a:cs typeface="Plus Jakarta Sans"/>
                <a:sym typeface="Plus Jakarta Sans"/>
              </a:endParaRPr>
            </a:p>
            <a:p>
              <a:pPr indent="0" lvl="0" marL="0" rtl="0" algn="l">
                <a:spcBef>
                  <a:spcPts val="600"/>
                </a:spcBef>
                <a:spcAft>
                  <a:spcPts val="0"/>
                </a:spcAft>
                <a:buNone/>
              </a:pPr>
              <a:r>
                <a:rPr i="1" lang="en" sz="900">
                  <a:solidFill>
                    <a:srgbClr val="475569"/>
                  </a:solidFill>
                  <a:latin typeface="Plus Jakarta Sans"/>
                  <a:ea typeface="Plus Jakarta Sans"/>
                  <a:cs typeface="Plus Jakarta Sans"/>
                  <a:sym typeface="Plus Jakarta Sans"/>
                </a:rPr>
                <a:t>Strategic redesign focusing on business rules, dependencies, and performance patterns.</a:t>
              </a:r>
              <a:endParaRPr i="1" sz="90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 sz="900">
                  <a:solidFill>
                    <a:srgbClr val="0F4761"/>
                  </a:solidFill>
                  <a:latin typeface="Plus Jakarta Sans"/>
                  <a:ea typeface="Plus Jakarta Sans"/>
                  <a:cs typeface="Plus Jakarta Sans"/>
                  <a:sym typeface="Plus Jakarta Sans"/>
                </a:rPr>
                <a:t>Key Deliverables:</a:t>
              </a:r>
              <a:endParaRPr b="1" sz="900">
                <a:solidFill>
                  <a:srgbClr val="0F4761"/>
                </a:solidFill>
                <a:latin typeface="Plus Jakarta Sans"/>
                <a:ea typeface="Plus Jakarta Sans"/>
                <a:cs typeface="Plus Jakarta Sans"/>
                <a:sym typeface="Plus Jakarta Sans"/>
              </a:endParaRPr>
            </a:p>
            <a:p>
              <a:pPr indent="-285750" lvl="0" marL="457200" rtl="0" algn="l">
                <a:spcBef>
                  <a:spcPts val="300"/>
                </a:spcBef>
                <a:spcAft>
                  <a:spcPts val="0"/>
                </a:spcAft>
                <a:buClr>
                  <a:srgbClr val="334155"/>
                </a:buClr>
                <a:buSzPts val="900"/>
                <a:buFont typeface="Plus Jakarta Sans"/>
                <a:buChar char="●"/>
              </a:pPr>
              <a:r>
                <a:rPr lang="en" sz="900">
                  <a:solidFill>
                    <a:srgbClr val="334155"/>
                  </a:solidFill>
                  <a:latin typeface="Plus Jakarta Sans"/>
                  <a:ea typeface="Plus Jakarta Sans"/>
                  <a:cs typeface="Plus Jakarta Sans"/>
                  <a:sym typeface="Plus Jakarta Sans"/>
                </a:rPr>
                <a:t>API Endpoint Catalog &amp; Swagger Specs</a:t>
              </a:r>
              <a:endParaRPr sz="900">
                <a:solidFill>
                  <a:srgbClr val="334155"/>
                </a:solidFill>
                <a:latin typeface="Plus Jakarta Sans"/>
                <a:ea typeface="Plus Jakarta Sans"/>
                <a:cs typeface="Plus Jakarta Sans"/>
                <a:sym typeface="Plus Jakarta Sans"/>
              </a:endParaRPr>
            </a:p>
            <a:p>
              <a:pPr indent="-285750" lvl="0" marL="457200" rtl="0" algn="l">
                <a:spcBef>
                  <a:spcPts val="225"/>
                </a:spcBef>
                <a:spcAft>
                  <a:spcPts val="0"/>
                </a:spcAft>
                <a:buClr>
                  <a:srgbClr val="334155"/>
                </a:buClr>
                <a:buSzPts val="900"/>
                <a:buFont typeface="Plus Jakarta Sans"/>
                <a:buChar char="●"/>
              </a:pPr>
              <a:r>
                <a:rPr lang="en" sz="900">
                  <a:solidFill>
                    <a:srgbClr val="334155"/>
                  </a:solidFill>
                  <a:latin typeface="Plus Jakarta Sans"/>
                  <a:ea typeface="Plus Jakarta Sans"/>
                  <a:cs typeface="Plus Jakarta Sans"/>
                  <a:sym typeface="Plus Jakarta Sans"/>
                </a:rPr>
                <a:t>Traceable Procedure-to-API Mapping Matrix</a:t>
              </a:r>
              <a:endParaRPr sz="900">
                <a:solidFill>
                  <a:srgbClr val="334155"/>
                </a:solidFill>
                <a:latin typeface="Plus Jakarta Sans"/>
                <a:ea typeface="Plus Jakarta Sans"/>
                <a:cs typeface="Plus Jakarta Sans"/>
                <a:sym typeface="Plus Jakarta Sans"/>
              </a:endParaRPr>
            </a:p>
          </p:txBody>
        </p:sp>
      </p:grpSp>
      <p:grpSp>
        <p:nvGrpSpPr>
          <p:cNvPr id="574" name="Google Shape;574;p79"/>
          <p:cNvGrpSpPr/>
          <p:nvPr/>
        </p:nvGrpSpPr>
        <p:grpSpPr>
          <a:xfrm>
            <a:off x="4419600" y="714375"/>
            <a:ext cx="4400700" cy="1905000"/>
            <a:chOff x="0" y="0"/>
            <a:chExt cx="4400700" cy="1905000"/>
          </a:xfrm>
        </p:grpSpPr>
        <p:sp>
          <p:nvSpPr>
            <p:cNvPr id="575" name="Google Shape;575;p79"/>
            <p:cNvSpPr/>
            <p:nvPr/>
          </p:nvSpPr>
          <p:spPr>
            <a:xfrm>
              <a:off x="0" y="0"/>
              <a:ext cx="4400700" cy="19050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6" name="Google Shape;576;p79"/>
            <p:cNvSpPr/>
            <p:nvPr/>
          </p:nvSpPr>
          <p:spPr>
            <a:xfrm>
              <a:off x="0" y="0"/>
              <a:ext cx="114300" cy="1905000"/>
            </a:xfrm>
            <a:custGeom>
              <a:rect b="b" l="l" r="r" t="t"/>
              <a:pathLst>
                <a:path extrusionOk="0" h="120000" w="120000">
                  <a:moveTo>
                    <a:pt x="0" y="4800"/>
                  </a:moveTo>
                  <a:cubicBezTo>
                    <a:pt x="0" y="2100"/>
                    <a:pt x="35000" y="0"/>
                    <a:pt x="80000" y="0"/>
                  </a:cubicBezTo>
                  <a:lnTo>
                    <a:pt x="120000" y="0"/>
                  </a:lnTo>
                  <a:lnTo>
                    <a:pt x="120000" y="120000"/>
                  </a:lnTo>
                  <a:lnTo>
                    <a:pt x="80000" y="120000"/>
                  </a:lnTo>
                  <a:cubicBezTo>
                    <a:pt x="35000" y="120000"/>
                    <a:pt x="0" y="117900"/>
                    <a:pt x="0" y="115200"/>
                  </a:cubicBezTo>
                  <a:close/>
                </a:path>
              </a:pathLst>
            </a:custGeom>
            <a:solidFill>
              <a:srgbClr val="0F476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7" name="Google Shape;577;p79"/>
            <p:cNvSpPr txBox="1"/>
            <p:nvPr/>
          </p:nvSpPr>
          <p:spPr>
            <a:xfrm>
              <a:off x="228600" y="152400"/>
              <a:ext cx="39816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20">
                  <a:solidFill>
                    <a:srgbClr val="0F4761"/>
                  </a:solidFill>
                  <a:latin typeface="Plus Jakarta Sans"/>
                  <a:ea typeface="Plus Jakarta Sans"/>
                  <a:cs typeface="Plus Jakarta Sans"/>
                  <a:sym typeface="Plus Jakarta Sans"/>
                </a:rPr>
                <a:t>Standard Response &amp; Error Design</a:t>
              </a:r>
              <a:endParaRPr b="1" sz="1020">
                <a:solidFill>
                  <a:srgbClr val="0F4761"/>
                </a:solidFill>
                <a:latin typeface="Plus Jakarta Sans"/>
                <a:ea typeface="Plus Jakarta Sans"/>
                <a:cs typeface="Plus Jakarta Sans"/>
                <a:sym typeface="Plus Jakarta Sans"/>
              </a:endParaRPr>
            </a:p>
            <a:p>
              <a:pPr indent="0" lvl="0" marL="0" marR="38100" rtl="0" algn="l">
                <a:spcBef>
                  <a:spcPts val="900"/>
                </a:spcBef>
                <a:spcAft>
                  <a:spcPts val="0"/>
                </a:spcAft>
                <a:buNone/>
              </a:pPr>
              <a:r>
                <a:rPr b="1" lang="en" sz="765">
                  <a:solidFill>
                    <a:srgbClr val="0F4761"/>
                  </a:solidFill>
                  <a:latin typeface="Plus Jakarta Sans"/>
                  <a:ea typeface="Plus Jakarta Sans"/>
                  <a:cs typeface="Plus Jakarta Sans"/>
                  <a:sym typeface="Plus Jakarta Sans"/>
                </a:rPr>
                <a:t>Success Payload (200 OK)</a:t>
              </a:r>
              <a:endParaRPr b="1" sz="765">
                <a:solidFill>
                  <a:srgbClr val="0F4761"/>
                </a:solidFill>
                <a:latin typeface="Plus Jakarta Sans"/>
                <a:ea typeface="Plus Jakarta Sans"/>
                <a:cs typeface="Plus Jakarta Sans"/>
                <a:sym typeface="Plus Jakarta Sans"/>
              </a:endParaRPr>
            </a:p>
            <a:p>
              <a:pPr indent="0" lvl="0" marL="0" rtl="0" algn="l">
                <a:spcBef>
                  <a:spcPts val="300"/>
                </a:spcBef>
                <a:spcAft>
                  <a:spcPts val="0"/>
                </a:spcAft>
                <a:buNone/>
              </a:pPr>
              <a:r>
                <a:rPr lang="en" sz="638">
                  <a:solidFill>
                    <a:srgbClr val="C7254E"/>
                  </a:solidFill>
                  <a:highlight>
                    <a:srgbClr val="F8FAFC"/>
                  </a:highlight>
                  <a:latin typeface="Consolas"/>
                  <a:ea typeface="Consolas"/>
                  <a:cs typeface="Consolas"/>
                  <a:sym typeface="Consolas"/>
                </a:rPr>
                <a:t>{</a:t>
              </a:r>
              <a:endParaRPr sz="638">
                <a:solidFill>
                  <a:srgbClr val="C7254E"/>
                </a:solidFill>
                <a:highlight>
                  <a:srgbClr val="F8FAFC"/>
                </a:highlight>
                <a:latin typeface="Consolas"/>
                <a:ea typeface="Consolas"/>
                <a:cs typeface="Consolas"/>
                <a:sym typeface="Consolas"/>
              </a:endParaRPr>
            </a:p>
            <a:p>
              <a:pPr indent="0" lvl="0" marL="76200" marR="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"data": { "customerId": 125 },</a:t>
              </a:r>
              <a:endParaRPr sz="638">
                <a:solidFill>
                  <a:srgbClr val="C7254E"/>
                </a:solidFill>
                <a:highlight>
                  <a:srgbClr val="F8FAFC"/>
                </a:highlight>
                <a:latin typeface="Consolas"/>
                <a:ea typeface="Consolas"/>
                <a:cs typeface="Consolas"/>
                <a:sym typeface="Consolas"/>
              </a:endParaRPr>
            </a:p>
            <a:p>
              <a:pPr indent="0" lvl="0" marL="76200" marR="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"success": true,</a:t>
              </a:r>
              <a:endParaRPr sz="638">
                <a:solidFill>
                  <a:srgbClr val="C7254E"/>
                </a:solidFill>
                <a:highlight>
                  <a:srgbClr val="F8FAFC"/>
                </a:highlight>
                <a:latin typeface="Consolas"/>
                <a:ea typeface="Consolas"/>
                <a:cs typeface="Consolas"/>
                <a:sym typeface="Consolas"/>
              </a:endParaRPr>
            </a:p>
            <a:p>
              <a:pPr indent="0" lvl="0" marL="76200" marR="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"correlationId": "c81b9ec5..."</a:t>
              </a:r>
              <a:endParaRPr sz="638">
                <a:solidFill>
                  <a:srgbClr val="C7254E"/>
                </a:solidFill>
                <a:highlight>
                  <a:srgbClr val="F8FAFC"/>
                </a:highlight>
                <a:latin typeface="Consolas"/>
                <a:ea typeface="Consolas"/>
                <a:cs typeface="Consolas"/>
                <a:sym typeface="Consolas"/>
              </a:endParaRPr>
            </a:p>
            <a:p>
              <a:pPr indent="0" lvl="0" marL="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a:t>
              </a:r>
              <a:endParaRPr sz="638">
                <a:solidFill>
                  <a:srgbClr val="C7254E"/>
                </a:solidFill>
                <a:highlight>
                  <a:srgbClr val="F8FAFC"/>
                </a:highlight>
                <a:latin typeface="Consolas"/>
                <a:ea typeface="Consolas"/>
                <a:cs typeface="Consolas"/>
                <a:sym typeface="Consolas"/>
              </a:endParaRPr>
            </a:p>
            <a:p>
              <a:pPr indent="0" lvl="0" marL="0" marR="38100" rtl="0" algn="l">
                <a:spcBef>
                  <a:spcPts val="0"/>
                </a:spcBef>
                <a:spcAft>
                  <a:spcPts val="0"/>
                </a:spcAft>
                <a:buNone/>
              </a:pPr>
              <a:r>
                <a:rPr b="1" lang="en" sz="765">
                  <a:solidFill>
                    <a:srgbClr val="0F4761"/>
                  </a:solidFill>
                  <a:latin typeface="Plus Jakarta Sans"/>
                  <a:ea typeface="Plus Jakarta Sans"/>
                  <a:cs typeface="Plus Jakarta Sans"/>
                  <a:sym typeface="Plus Jakarta Sans"/>
                </a:rPr>
                <a:t>Error Payload (400/500)</a:t>
              </a:r>
              <a:endParaRPr b="1" sz="765">
                <a:solidFill>
                  <a:srgbClr val="0F4761"/>
                </a:solidFill>
                <a:latin typeface="Plus Jakarta Sans"/>
                <a:ea typeface="Plus Jakarta Sans"/>
                <a:cs typeface="Plus Jakarta Sans"/>
                <a:sym typeface="Plus Jakarta Sans"/>
              </a:endParaRPr>
            </a:p>
            <a:p>
              <a:pPr indent="0" lvl="0" marL="0" rtl="0" algn="l">
                <a:spcBef>
                  <a:spcPts val="300"/>
                </a:spcBef>
                <a:spcAft>
                  <a:spcPts val="0"/>
                </a:spcAft>
                <a:buNone/>
              </a:pPr>
              <a:r>
                <a:rPr lang="en" sz="638">
                  <a:solidFill>
                    <a:srgbClr val="C7254E"/>
                  </a:solidFill>
                  <a:highlight>
                    <a:srgbClr val="F8FAFC"/>
                  </a:highlight>
                  <a:latin typeface="Consolas"/>
                  <a:ea typeface="Consolas"/>
                  <a:cs typeface="Consolas"/>
                  <a:sym typeface="Consolas"/>
                </a:rPr>
                <a:t>{</a:t>
              </a:r>
              <a:endParaRPr sz="638">
                <a:solidFill>
                  <a:srgbClr val="C7254E"/>
                </a:solidFill>
                <a:highlight>
                  <a:srgbClr val="F8FAFC"/>
                </a:highlight>
                <a:latin typeface="Consolas"/>
                <a:ea typeface="Consolas"/>
                <a:cs typeface="Consolas"/>
                <a:sym typeface="Consolas"/>
              </a:endParaRPr>
            </a:p>
            <a:p>
              <a:pPr indent="0" lvl="0" marL="76200" marR="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"success": false,</a:t>
              </a:r>
              <a:endParaRPr sz="638">
                <a:solidFill>
                  <a:srgbClr val="C7254E"/>
                </a:solidFill>
                <a:highlight>
                  <a:srgbClr val="F8FAFC"/>
                </a:highlight>
                <a:latin typeface="Consolas"/>
                <a:ea typeface="Consolas"/>
                <a:cs typeface="Consolas"/>
                <a:sym typeface="Consolas"/>
              </a:endParaRPr>
            </a:p>
            <a:p>
              <a:pPr indent="0" lvl="0" marL="76200" marR="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"errorCode": "NOT_FOUND",</a:t>
              </a:r>
              <a:endParaRPr sz="638">
                <a:solidFill>
                  <a:srgbClr val="C7254E"/>
                </a:solidFill>
                <a:highlight>
                  <a:srgbClr val="F8FAFC"/>
                </a:highlight>
                <a:latin typeface="Consolas"/>
                <a:ea typeface="Consolas"/>
                <a:cs typeface="Consolas"/>
                <a:sym typeface="Consolas"/>
              </a:endParaRPr>
            </a:p>
            <a:p>
              <a:pPr indent="0" lvl="0" marL="76200" marR="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"correlationId": "c81b9ec5..."</a:t>
              </a:r>
              <a:endParaRPr sz="638">
                <a:solidFill>
                  <a:srgbClr val="C7254E"/>
                </a:solidFill>
                <a:highlight>
                  <a:srgbClr val="F8FAFC"/>
                </a:highlight>
                <a:latin typeface="Consolas"/>
                <a:ea typeface="Consolas"/>
                <a:cs typeface="Consolas"/>
                <a:sym typeface="Consolas"/>
              </a:endParaRPr>
            </a:p>
            <a:p>
              <a:pPr indent="0" lvl="0" marL="0" rtl="0" algn="l">
                <a:spcBef>
                  <a:spcPts val="0"/>
                </a:spcBef>
                <a:spcAft>
                  <a:spcPts val="0"/>
                </a:spcAft>
                <a:buNone/>
              </a:pPr>
              <a:r>
                <a:rPr lang="en" sz="638">
                  <a:solidFill>
                    <a:srgbClr val="C7254E"/>
                  </a:solidFill>
                  <a:highlight>
                    <a:srgbClr val="F8FAFC"/>
                  </a:highlight>
                  <a:latin typeface="Consolas"/>
                  <a:ea typeface="Consolas"/>
                  <a:cs typeface="Consolas"/>
                  <a:sym typeface="Consolas"/>
                </a:rPr>
                <a:t>}</a:t>
              </a:r>
              <a:endParaRPr sz="638">
                <a:solidFill>
                  <a:srgbClr val="C7254E"/>
                </a:solidFill>
                <a:highlight>
                  <a:srgbClr val="F8FAFC"/>
                </a:highlight>
                <a:latin typeface="Consolas"/>
                <a:ea typeface="Consolas"/>
                <a:cs typeface="Consolas"/>
                <a:sym typeface="Consolas"/>
              </a:endParaRPr>
            </a:p>
          </p:txBody>
        </p:sp>
      </p:grpSp>
      <p:grpSp>
        <p:nvGrpSpPr>
          <p:cNvPr id="578" name="Google Shape;578;p79"/>
          <p:cNvGrpSpPr/>
          <p:nvPr/>
        </p:nvGrpSpPr>
        <p:grpSpPr>
          <a:xfrm>
            <a:off x="323850" y="2762250"/>
            <a:ext cx="8496300" cy="1752750"/>
            <a:chOff x="0" y="0"/>
            <a:chExt cx="8496300" cy="1752750"/>
          </a:xfrm>
        </p:grpSpPr>
        <p:sp>
          <p:nvSpPr>
            <p:cNvPr id="579" name="Google Shape;579;p79"/>
            <p:cNvSpPr txBox="1"/>
            <p:nvPr/>
          </p:nvSpPr>
          <p:spPr>
            <a:xfrm>
              <a:off x="0" y="0"/>
              <a:ext cx="84963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0F4761"/>
                  </a:solidFill>
                  <a:latin typeface="Plus Jakarta Sans"/>
                  <a:ea typeface="Plus Jakarta Sans"/>
                  <a:cs typeface="Plus Jakarta Sans"/>
                  <a:sym typeface="Plus Jakarta Sans"/>
                </a:rPr>
                <a:t>Iterative API Modernization Roadmap (Phases 0 - 3)</a:t>
              </a:r>
              <a:endParaRPr b="1" sz="1200">
                <a:solidFill>
                  <a:srgbClr val="0F4761"/>
                </a:solidFill>
                <a:latin typeface="Plus Jakarta Sans"/>
                <a:ea typeface="Plus Jakarta Sans"/>
                <a:cs typeface="Plus Jakarta Sans"/>
                <a:sym typeface="Plus Jakarta Sans"/>
              </a:endParaRPr>
            </a:p>
          </p:txBody>
        </p:sp>
        <p:grpSp>
          <p:nvGrpSpPr>
            <p:cNvPr id="580" name="Google Shape;580;p79"/>
            <p:cNvGrpSpPr/>
            <p:nvPr/>
          </p:nvGrpSpPr>
          <p:grpSpPr>
            <a:xfrm>
              <a:off x="0" y="323850"/>
              <a:ext cx="1981200" cy="1428900"/>
              <a:chOff x="0" y="0"/>
              <a:chExt cx="1981200" cy="1428900"/>
            </a:xfrm>
          </p:grpSpPr>
          <p:sp>
            <p:nvSpPr>
              <p:cNvPr id="581" name="Google Shape;581;p79"/>
              <p:cNvSpPr/>
              <p:nvPr/>
            </p:nvSpPr>
            <p:spPr>
              <a:xfrm>
                <a:off x="0" y="0"/>
                <a:ext cx="19812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2" name="Google Shape;582;p79"/>
              <p:cNvSpPr/>
              <p:nvPr/>
            </p:nvSpPr>
            <p:spPr>
              <a:xfrm>
                <a:off x="0" y="0"/>
                <a:ext cx="1981200" cy="114300"/>
              </a:xfrm>
              <a:custGeom>
                <a:rect b="b" l="l" r="r" t="t"/>
                <a:pathLst>
                  <a:path extrusionOk="0" h="120000" w="120000">
                    <a:moveTo>
                      <a:pt x="4615" y="0"/>
                    </a:moveTo>
                    <a:lnTo>
                      <a:pt x="115385" y="0"/>
                    </a:lnTo>
                    <a:cubicBezTo>
                      <a:pt x="117923" y="0"/>
                      <a:pt x="120000" y="35000"/>
                      <a:pt x="120000" y="80000"/>
                    </a:cubicBezTo>
                    <a:lnTo>
                      <a:pt x="120000" y="120000"/>
                    </a:lnTo>
                    <a:lnTo>
                      <a:pt x="0" y="120000"/>
                    </a:lnTo>
                    <a:lnTo>
                      <a:pt x="0" y="80000"/>
                    </a:lnTo>
                    <a:cubicBezTo>
                      <a:pt x="0" y="35000"/>
                      <a:pt x="2019" y="0"/>
                      <a:pt x="4615" y="0"/>
                    </a:cubicBezTo>
                    <a:close/>
                  </a:path>
                </a:pathLst>
              </a:cu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79"/>
              <p:cNvSpPr txBox="1"/>
              <p:nvPr/>
            </p:nvSpPr>
            <p:spPr>
              <a:xfrm>
                <a:off x="114300" y="190500"/>
                <a:ext cx="17526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4761"/>
                    </a:solidFill>
                    <a:latin typeface="Plus Jakarta Sans"/>
                    <a:ea typeface="Plus Jakarta Sans"/>
                    <a:cs typeface="Plus Jakarta Sans"/>
                    <a:sym typeface="Plus Jakarta Sans"/>
                  </a:rPr>
                  <a:t>0</a:t>
                </a:r>
                <a:r>
                  <a:rPr b="1" lang="en" sz="950">
                    <a:solidFill>
                      <a:srgbClr val="0F4761"/>
                    </a:solidFill>
                    <a:latin typeface="Plus Jakarta Sans"/>
                    <a:ea typeface="Plus Jakarta Sans"/>
                    <a:cs typeface="Plus Jakarta Sans"/>
                    <a:sym typeface="Plus Jakarta Sans"/>
                  </a:rPr>
                  <a:t>. Deep Dive Inventory</a:t>
                </a:r>
                <a:endParaRPr b="1" sz="950">
                  <a:solidFill>
                    <a:srgbClr val="0F4761"/>
                  </a:solidFill>
                  <a:latin typeface="Plus Jakarta Sans"/>
                  <a:ea typeface="Plus Jakarta Sans"/>
                  <a:cs typeface="Plus Jakarta Sans"/>
                  <a:sym typeface="Plus Jakarta Sans"/>
                </a:endParaRPr>
              </a:p>
              <a:p>
                <a:pPr indent="0" lvl="0" marL="0" rtl="0" algn="l">
                  <a:spcBef>
                    <a:spcPts val="150"/>
                  </a:spcBef>
                  <a:spcAft>
                    <a:spcPts val="0"/>
                  </a:spcAft>
                  <a:buNone/>
                </a:pPr>
                <a:r>
                  <a:rPr b="1" lang="en" sz="850">
                    <a:solidFill>
                      <a:srgbClr val="10B981"/>
                    </a:solidFill>
                    <a:latin typeface="Plus Jakarta Sans"/>
                    <a:ea typeface="Plus Jakarta Sans"/>
                    <a:cs typeface="Plus Jakarta Sans"/>
                    <a:sym typeface="Plus Jakarta Sans"/>
                  </a:rPr>
                  <a:t>Scope &amp; Catalog</a:t>
                </a:r>
                <a:endParaRPr b="1" sz="850">
                  <a:solidFill>
                    <a:srgbClr val="10B981"/>
                  </a:solidFill>
                  <a:latin typeface="Plus Jakarta Sans"/>
                  <a:ea typeface="Plus Jakarta Sans"/>
                  <a:cs typeface="Plus Jakarta Sans"/>
                  <a:sym typeface="Plus Jakarta Sans"/>
                </a:endParaRPr>
              </a:p>
              <a:p>
                <a:pPr indent="0" lvl="0" marL="0" rtl="0" algn="l">
                  <a:spcBef>
                    <a:spcPts val="450"/>
                  </a:spcBef>
                  <a:spcAft>
                    <a:spcPts val="0"/>
                  </a:spcAft>
                  <a:buNone/>
                </a:pPr>
                <a:r>
                  <a:rPr lang="en" sz="900">
                    <a:solidFill>
                      <a:srgbClr val="475569"/>
                    </a:solidFill>
                    <a:latin typeface="Plus Jakarta Sans"/>
                    <a:ea typeface="Plus Jakarta Sans"/>
                    <a:cs typeface="Plus Jakarta Sans"/>
                    <a:sym typeface="Plus Jakarta Sans"/>
                  </a:rPr>
                  <a:t>Analyze tables, views, parameters, triggers, and existing app callers to build a central tracking inventory.</a:t>
                </a:r>
                <a:endParaRPr sz="900">
                  <a:solidFill>
                    <a:srgbClr val="475569"/>
                  </a:solidFill>
                  <a:latin typeface="Plus Jakarta Sans"/>
                  <a:ea typeface="Plus Jakarta Sans"/>
                  <a:cs typeface="Plus Jakarta Sans"/>
                  <a:sym typeface="Plus Jakarta Sans"/>
                </a:endParaRPr>
              </a:p>
            </p:txBody>
          </p:sp>
        </p:grpSp>
        <p:grpSp>
          <p:nvGrpSpPr>
            <p:cNvPr id="584" name="Google Shape;584;p79"/>
            <p:cNvGrpSpPr/>
            <p:nvPr/>
          </p:nvGrpSpPr>
          <p:grpSpPr>
            <a:xfrm>
              <a:off x="2171700" y="323850"/>
              <a:ext cx="1981200" cy="1428900"/>
              <a:chOff x="0" y="0"/>
              <a:chExt cx="1981200" cy="1428900"/>
            </a:xfrm>
          </p:grpSpPr>
          <p:sp>
            <p:nvSpPr>
              <p:cNvPr id="585" name="Google Shape;585;p79"/>
              <p:cNvSpPr/>
              <p:nvPr/>
            </p:nvSpPr>
            <p:spPr>
              <a:xfrm>
                <a:off x="0" y="0"/>
                <a:ext cx="19812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6" name="Google Shape;586;p79"/>
              <p:cNvSpPr/>
              <p:nvPr/>
            </p:nvSpPr>
            <p:spPr>
              <a:xfrm>
                <a:off x="0" y="0"/>
                <a:ext cx="1981200" cy="114300"/>
              </a:xfrm>
              <a:custGeom>
                <a:rect b="b" l="l" r="r" t="t"/>
                <a:pathLst>
                  <a:path extrusionOk="0" h="120000" w="120000">
                    <a:moveTo>
                      <a:pt x="4615" y="0"/>
                    </a:moveTo>
                    <a:lnTo>
                      <a:pt x="115385" y="0"/>
                    </a:lnTo>
                    <a:cubicBezTo>
                      <a:pt x="117923" y="0"/>
                      <a:pt x="120000" y="35000"/>
                      <a:pt x="120000" y="80000"/>
                    </a:cubicBezTo>
                    <a:lnTo>
                      <a:pt x="120000" y="120000"/>
                    </a:lnTo>
                    <a:lnTo>
                      <a:pt x="0" y="120000"/>
                    </a:lnTo>
                    <a:lnTo>
                      <a:pt x="0" y="80000"/>
                    </a:lnTo>
                    <a:cubicBezTo>
                      <a:pt x="0" y="35000"/>
                      <a:pt x="2019" y="0"/>
                      <a:pt x="4615" y="0"/>
                    </a:cubicBezTo>
                    <a:close/>
                  </a:path>
                </a:pathLst>
              </a:cu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7" name="Google Shape;587;p79"/>
              <p:cNvSpPr txBox="1"/>
              <p:nvPr/>
            </p:nvSpPr>
            <p:spPr>
              <a:xfrm>
                <a:off x="114300" y="190500"/>
                <a:ext cx="17526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4761"/>
                    </a:solidFill>
                    <a:latin typeface="Plus Jakarta Sans"/>
                    <a:ea typeface="Plus Jakarta Sans"/>
                    <a:cs typeface="Plus Jakarta Sans"/>
                    <a:sym typeface="Plus Jakarta Sans"/>
                  </a:rPr>
                  <a:t>1</a:t>
                </a:r>
                <a:r>
                  <a:rPr b="1" lang="en" sz="950">
                    <a:solidFill>
                      <a:srgbClr val="0F4761"/>
                    </a:solidFill>
                    <a:latin typeface="Plus Jakarta Sans"/>
                    <a:ea typeface="Plus Jakarta Sans"/>
                    <a:cs typeface="Plus Jakarta Sans"/>
                    <a:sym typeface="Plus Jakarta Sans"/>
                  </a:rPr>
                  <a:t>. Functional Analysis</a:t>
                </a:r>
                <a:endParaRPr b="1" sz="950">
                  <a:solidFill>
                    <a:srgbClr val="0F4761"/>
                  </a:solidFill>
                  <a:latin typeface="Plus Jakarta Sans"/>
                  <a:ea typeface="Plus Jakarta Sans"/>
                  <a:cs typeface="Plus Jakarta Sans"/>
                  <a:sym typeface="Plus Jakarta Sans"/>
                </a:endParaRPr>
              </a:p>
              <a:p>
                <a:pPr indent="0" lvl="0" marL="0" rtl="0" algn="l">
                  <a:spcBef>
                    <a:spcPts val="150"/>
                  </a:spcBef>
                  <a:spcAft>
                    <a:spcPts val="0"/>
                  </a:spcAft>
                  <a:buNone/>
                </a:pPr>
                <a:r>
                  <a:rPr b="1" lang="en" sz="850">
                    <a:solidFill>
                      <a:srgbClr val="3B82F6"/>
                    </a:solidFill>
                    <a:latin typeface="Plus Jakarta Sans"/>
                    <a:ea typeface="Plus Jakarta Sans"/>
                    <a:cs typeface="Plus Jakarta Sans"/>
                    <a:sym typeface="Plus Jakarta Sans"/>
                  </a:rPr>
                  <a:t>Business Mapping</a:t>
                </a:r>
                <a:endParaRPr b="1" sz="850">
                  <a:solidFill>
                    <a:srgbClr val="3B82F6"/>
                  </a:solidFill>
                  <a:latin typeface="Plus Jakarta Sans"/>
                  <a:ea typeface="Plus Jakarta Sans"/>
                  <a:cs typeface="Plus Jakarta Sans"/>
                  <a:sym typeface="Plus Jakarta Sans"/>
                </a:endParaRPr>
              </a:p>
              <a:p>
                <a:pPr indent="0" lvl="0" marL="0" rtl="0" algn="l">
                  <a:spcBef>
                    <a:spcPts val="450"/>
                  </a:spcBef>
                  <a:spcAft>
                    <a:spcPts val="0"/>
                  </a:spcAft>
                  <a:buNone/>
                </a:pPr>
                <a:r>
                  <a:rPr lang="en" sz="900">
                    <a:solidFill>
                      <a:srgbClr val="475569"/>
                    </a:solidFill>
                    <a:latin typeface="Plus Jakarta Sans Light"/>
                    <a:ea typeface="Plus Jakarta Sans Light"/>
                    <a:cs typeface="Plus Jakarta Sans Light"/>
                    <a:sym typeface="Plus Jakarta Sans Light"/>
                  </a:rPr>
                  <a:t>Expose business rules via unified routes (e.g. </a:t>
                </a:r>
                <a:r>
                  <a:rPr lang="en" sz="900">
                    <a:solidFill>
                      <a:srgbClr val="C7254E"/>
                    </a:solidFill>
                    <a:latin typeface="Plus Jakarta Sans Light"/>
                    <a:ea typeface="Plus Jakarta Sans Light"/>
                    <a:cs typeface="Plus Jakarta Sans Light"/>
                    <a:sym typeface="Plus Jakarta Sans Light"/>
                  </a:rPr>
                  <a:t>POST /api/orders</a:t>
                </a:r>
                <a:r>
                  <a:rPr lang="en" sz="900">
                    <a:solidFill>
                      <a:srgbClr val="475569"/>
                    </a:solidFill>
                    <a:latin typeface="Plus Jakarta Sans Light"/>
                    <a:ea typeface="Plus Jakarta Sans Light"/>
                    <a:cs typeface="Plus Jakarta Sans Light"/>
                    <a:sym typeface="Plus Jakarta Sans Light"/>
                  </a:rPr>
                  <a:t>) instead of raw DB actions.</a:t>
                </a:r>
                <a:endParaRPr sz="900">
                  <a:solidFill>
                    <a:srgbClr val="475569"/>
                  </a:solidFill>
                  <a:latin typeface="Plus Jakarta Sans Light"/>
                  <a:ea typeface="Plus Jakarta Sans Light"/>
                  <a:cs typeface="Plus Jakarta Sans Light"/>
                  <a:sym typeface="Plus Jakarta Sans Light"/>
                </a:endParaRPr>
              </a:p>
            </p:txBody>
          </p:sp>
        </p:grpSp>
        <p:grpSp>
          <p:nvGrpSpPr>
            <p:cNvPr id="588" name="Google Shape;588;p79"/>
            <p:cNvGrpSpPr/>
            <p:nvPr/>
          </p:nvGrpSpPr>
          <p:grpSpPr>
            <a:xfrm>
              <a:off x="4343400" y="323850"/>
              <a:ext cx="1981200" cy="1428900"/>
              <a:chOff x="0" y="0"/>
              <a:chExt cx="1981200" cy="1428900"/>
            </a:xfrm>
          </p:grpSpPr>
          <p:sp>
            <p:nvSpPr>
              <p:cNvPr id="589" name="Google Shape;589;p79"/>
              <p:cNvSpPr/>
              <p:nvPr/>
            </p:nvSpPr>
            <p:spPr>
              <a:xfrm>
                <a:off x="0" y="0"/>
                <a:ext cx="19812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0" name="Google Shape;590;p79"/>
              <p:cNvSpPr/>
              <p:nvPr/>
            </p:nvSpPr>
            <p:spPr>
              <a:xfrm>
                <a:off x="0" y="0"/>
                <a:ext cx="1981200" cy="114300"/>
              </a:xfrm>
              <a:custGeom>
                <a:rect b="b" l="l" r="r" t="t"/>
                <a:pathLst>
                  <a:path extrusionOk="0" h="120000" w="120000">
                    <a:moveTo>
                      <a:pt x="4615" y="0"/>
                    </a:moveTo>
                    <a:lnTo>
                      <a:pt x="115385" y="0"/>
                    </a:lnTo>
                    <a:cubicBezTo>
                      <a:pt x="117923" y="0"/>
                      <a:pt x="120000" y="35000"/>
                      <a:pt x="120000" y="80000"/>
                    </a:cubicBezTo>
                    <a:lnTo>
                      <a:pt x="120000" y="120000"/>
                    </a:lnTo>
                    <a:lnTo>
                      <a:pt x="0" y="120000"/>
                    </a:lnTo>
                    <a:lnTo>
                      <a:pt x="0" y="80000"/>
                    </a:lnTo>
                    <a:cubicBezTo>
                      <a:pt x="0" y="35000"/>
                      <a:pt x="2019" y="0"/>
                      <a:pt x="4615" y="0"/>
                    </a:cubicBezTo>
                    <a:close/>
                  </a:path>
                </a:pathLst>
              </a:cu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1" name="Google Shape;591;p79"/>
              <p:cNvSpPr txBox="1"/>
              <p:nvPr/>
            </p:nvSpPr>
            <p:spPr>
              <a:xfrm>
                <a:off x="114300" y="190500"/>
                <a:ext cx="17526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4761"/>
                    </a:solidFill>
                    <a:latin typeface="Plus Jakarta Sans"/>
                    <a:ea typeface="Plus Jakarta Sans"/>
                    <a:cs typeface="Plus Jakarta Sans"/>
                    <a:sym typeface="Plus Jakarta Sans"/>
                  </a:rPr>
                  <a:t>2</a:t>
                </a:r>
                <a:r>
                  <a:rPr b="1" lang="en" sz="950">
                    <a:solidFill>
                      <a:srgbClr val="0F4761"/>
                    </a:solidFill>
                    <a:latin typeface="Plus Jakarta Sans"/>
                    <a:ea typeface="Plus Jakarta Sans"/>
                    <a:cs typeface="Plus Jakarta Sans"/>
                    <a:sym typeface="Plus Jakarta Sans"/>
                  </a:rPr>
                  <a:t>. Technical Dependency</a:t>
                </a:r>
                <a:endParaRPr b="1" sz="950">
                  <a:solidFill>
                    <a:srgbClr val="0F4761"/>
                  </a:solidFill>
                  <a:latin typeface="Plus Jakarta Sans"/>
                  <a:ea typeface="Plus Jakarta Sans"/>
                  <a:cs typeface="Plus Jakarta Sans"/>
                  <a:sym typeface="Plus Jakarta Sans"/>
                </a:endParaRPr>
              </a:p>
              <a:p>
                <a:pPr indent="0" lvl="0" marL="0" rtl="0" algn="l">
                  <a:spcBef>
                    <a:spcPts val="150"/>
                  </a:spcBef>
                  <a:spcAft>
                    <a:spcPts val="0"/>
                  </a:spcAft>
                  <a:buNone/>
                </a:pPr>
                <a:r>
                  <a:rPr b="1" lang="en" sz="850">
                    <a:solidFill>
                      <a:srgbClr val="8B5CF6"/>
                    </a:solidFill>
                    <a:latin typeface="Plus Jakarta Sans"/>
                    <a:ea typeface="Plus Jakarta Sans"/>
                    <a:cs typeface="Plus Jakarta Sans"/>
                    <a:sym typeface="Plus Jakarta Sans"/>
                  </a:rPr>
                  <a:t>Risk Classification</a:t>
                </a:r>
                <a:endParaRPr b="1" sz="850">
                  <a:solidFill>
                    <a:srgbClr val="8B5CF6"/>
                  </a:solidFill>
                  <a:latin typeface="Plus Jakarta Sans"/>
                  <a:ea typeface="Plus Jakarta Sans"/>
                  <a:cs typeface="Plus Jakarta Sans"/>
                  <a:sym typeface="Plus Jakarta Sans"/>
                </a:endParaRPr>
              </a:p>
              <a:p>
                <a:pPr indent="0" lvl="0" marL="0" rtl="0" algn="l">
                  <a:spcBef>
                    <a:spcPts val="450"/>
                  </a:spcBef>
                  <a:spcAft>
                    <a:spcPts val="0"/>
                  </a:spcAft>
                  <a:buNone/>
                </a:pPr>
                <a:r>
                  <a:rPr lang="en" sz="900">
                    <a:solidFill>
                      <a:srgbClr val="475569"/>
                    </a:solidFill>
                    <a:latin typeface="Plus Jakarta Sans"/>
                    <a:ea typeface="Plus Jakarta Sans"/>
                    <a:cs typeface="Plus Jakarta Sans"/>
                    <a:sym typeface="Plus Jakarta Sans"/>
                  </a:rPr>
                  <a:t>Categorize components as Independent, Internally/Cross-System Dependent, or High-Risk.</a:t>
                </a:r>
                <a:endParaRPr sz="900">
                  <a:solidFill>
                    <a:srgbClr val="475569"/>
                  </a:solidFill>
                  <a:latin typeface="Plus Jakarta Sans"/>
                  <a:ea typeface="Plus Jakarta Sans"/>
                  <a:cs typeface="Plus Jakarta Sans"/>
                  <a:sym typeface="Plus Jakarta Sans"/>
                </a:endParaRPr>
              </a:p>
            </p:txBody>
          </p:sp>
        </p:grpSp>
        <p:grpSp>
          <p:nvGrpSpPr>
            <p:cNvPr id="592" name="Google Shape;592;p79"/>
            <p:cNvGrpSpPr/>
            <p:nvPr/>
          </p:nvGrpSpPr>
          <p:grpSpPr>
            <a:xfrm>
              <a:off x="6515100" y="323850"/>
              <a:ext cx="1981200" cy="1428900"/>
              <a:chOff x="0" y="0"/>
              <a:chExt cx="1981200" cy="1428900"/>
            </a:xfrm>
          </p:grpSpPr>
          <p:sp>
            <p:nvSpPr>
              <p:cNvPr id="593" name="Google Shape;593;p79"/>
              <p:cNvSpPr/>
              <p:nvPr/>
            </p:nvSpPr>
            <p:spPr>
              <a:xfrm>
                <a:off x="0" y="0"/>
                <a:ext cx="1981200" cy="1428900"/>
              </a:xfrm>
              <a:prstGeom prst="roundRect">
                <a:avLst>
                  <a:gd fmla="val 5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79"/>
              <p:cNvSpPr/>
              <p:nvPr/>
            </p:nvSpPr>
            <p:spPr>
              <a:xfrm>
                <a:off x="0" y="0"/>
                <a:ext cx="1981200" cy="114300"/>
              </a:xfrm>
              <a:custGeom>
                <a:rect b="b" l="l" r="r" t="t"/>
                <a:pathLst>
                  <a:path extrusionOk="0" h="120000" w="120000">
                    <a:moveTo>
                      <a:pt x="4615" y="0"/>
                    </a:moveTo>
                    <a:lnTo>
                      <a:pt x="115385" y="0"/>
                    </a:lnTo>
                    <a:cubicBezTo>
                      <a:pt x="117923" y="0"/>
                      <a:pt x="120000" y="35000"/>
                      <a:pt x="120000" y="80000"/>
                    </a:cubicBezTo>
                    <a:lnTo>
                      <a:pt x="120000" y="120000"/>
                    </a:lnTo>
                    <a:lnTo>
                      <a:pt x="0" y="120000"/>
                    </a:lnTo>
                    <a:lnTo>
                      <a:pt x="0" y="80000"/>
                    </a:lnTo>
                    <a:cubicBezTo>
                      <a:pt x="0" y="35000"/>
                      <a:pt x="2019" y="0"/>
                      <a:pt x="4615" y="0"/>
                    </a:cubicBezTo>
                    <a:close/>
                  </a:path>
                </a:pathLst>
              </a:cu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5" name="Google Shape;595;p79"/>
              <p:cNvSpPr txBox="1"/>
              <p:nvPr/>
            </p:nvSpPr>
            <p:spPr>
              <a:xfrm>
                <a:off x="114300" y="190500"/>
                <a:ext cx="17526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0F4761"/>
                    </a:solidFill>
                    <a:latin typeface="Plus Jakarta Sans"/>
                    <a:ea typeface="Plus Jakarta Sans"/>
                    <a:cs typeface="Plus Jakarta Sans"/>
                    <a:sym typeface="Plus Jakarta Sans"/>
                  </a:rPr>
                  <a:t>3</a:t>
                </a:r>
                <a:r>
                  <a:rPr b="1" lang="en" sz="950">
                    <a:solidFill>
                      <a:srgbClr val="0F4761"/>
                    </a:solidFill>
                    <a:latin typeface="Plus Jakarta Sans"/>
                    <a:ea typeface="Plus Jakarta Sans"/>
                    <a:cs typeface="Plus Jakarta Sans"/>
                    <a:sym typeface="Plus Jakarta Sans"/>
                  </a:rPr>
                  <a:t>. Complexity &amp; Waves</a:t>
                </a:r>
                <a:endParaRPr b="1" sz="950">
                  <a:solidFill>
                    <a:srgbClr val="0F4761"/>
                  </a:solidFill>
                  <a:latin typeface="Plus Jakarta Sans"/>
                  <a:ea typeface="Plus Jakarta Sans"/>
                  <a:cs typeface="Plus Jakarta Sans"/>
                  <a:sym typeface="Plus Jakarta Sans"/>
                </a:endParaRPr>
              </a:p>
              <a:p>
                <a:pPr indent="0" lvl="0" marL="0" rtl="0" algn="l">
                  <a:spcBef>
                    <a:spcPts val="150"/>
                  </a:spcBef>
                  <a:spcAft>
                    <a:spcPts val="0"/>
                  </a:spcAft>
                  <a:buNone/>
                </a:pPr>
                <a:r>
                  <a:rPr b="1" lang="en" sz="850">
                    <a:solidFill>
                      <a:srgbClr val="F59E0B"/>
                    </a:solidFill>
                    <a:latin typeface="Plus Jakarta Sans"/>
                    <a:ea typeface="Plus Jakarta Sans"/>
                    <a:cs typeface="Plus Jakarta Sans"/>
                    <a:sym typeface="Plus Jakarta Sans"/>
                  </a:rPr>
                  <a:t>Execution Planning</a:t>
                </a:r>
                <a:endParaRPr b="1" sz="850">
                  <a:solidFill>
                    <a:srgbClr val="F59E0B"/>
                  </a:solidFill>
                  <a:latin typeface="Plus Jakarta Sans"/>
                  <a:ea typeface="Plus Jakarta Sans"/>
                  <a:cs typeface="Plus Jakarta Sans"/>
                  <a:sym typeface="Plus Jakarta Sans"/>
                </a:endParaRPr>
              </a:p>
              <a:p>
                <a:pPr indent="0" lvl="0" marL="0" rtl="0" algn="l">
                  <a:spcBef>
                    <a:spcPts val="450"/>
                  </a:spcBef>
                  <a:spcAft>
                    <a:spcPts val="0"/>
                  </a:spcAft>
                  <a:buNone/>
                </a:pPr>
                <a:r>
                  <a:rPr lang="en" sz="900">
                    <a:solidFill>
                      <a:srgbClr val="475569"/>
                    </a:solidFill>
                    <a:latin typeface="Plus Jakarta Sans"/>
                    <a:ea typeface="Plus Jakarta Sans"/>
                    <a:cs typeface="Plus Jakarta Sans"/>
                    <a:sym typeface="Plus Jakarta Sans"/>
                  </a:rPr>
                  <a:t>Score complexity (L1 Read to L4 Async/Specialized) and segment modernization into phased deployment waves.</a:t>
                </a:r>
                <a:endParaRPr sz="900">
                  <a:solidFill>
                    <a:srgbClr val="475569"/>
                  </a:solidFill>
                  <a:latin typeface="Plus Jakarta Sans"/>
                  <a:ea typeface="Plus Jakarta Sans"/>
                  <a:cs typeface="Plus Jakarta Sans"/>
                  <a:sym typeface="Plus Jakarta Sans"/>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0"/>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Anticipated Risks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81"/>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Identified Risks &amp; Issues</a:t>
            </a:r>
            <a:endParaRPr/>
          </a:p>
        </p:txBody>
      </p:sp>
      <p:graphicFrame>
        <p:nvGraphicFramePr>
          <p:cNvPr id="606" name="Google Shape;606;p81"/>
          <p:cNvGraphicFramePr/>
          <p:nvPr/>
        </p:nvGraphicFramePr>
        <p:xfrm>
          <a:off x="387042" y="688816"/>
          <a:ext cx="3000000" cy="3000000"/>
        </p:xfrm>
        <a:graphic>
          <a:graphicData uri="http://schemas.openxmlformats.org/drawingml/2006/table">
            <a:tbl>
              <a:tblPr>
                <a:noFill/>
                <a:tableStyleId>{3901A3D3-AD27-4041-8FC5-02E5826EAA2E}</a:tableStyleId>
              </a:tblPr>
              <a:tblGrid>
                <a:gridCol w="382850"/>
                <a:gridCol w="2059475"/>
                <a:gridCol w="586150"/>
                <a:gridCol w="723900"/>
                <a:gridCol w="676875"/>
                <a:gridCol w="752100"/>
                <a:gridCol w="535825"/>
                <a:gridCol w="689125"/>
                <a:gridCol w="675125"/>
                <a:gridCol w="487800"/>
                <a:gridCol w="382850"/>
                <a:gridCol w="417850"/>
              </a:tblGrid>
              <a:tr h="203600">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l">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Description/Status</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Type</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Status</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Impact</a:t>
                      </a:r>
                      <a:endParaRPr i="1"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Likelihood</a:t>
                      </a:r>
                      <a:endParaRPr i="1"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Owner</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Date Raised</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rowSpan="2">
                  <a:txBody>
                    <a:bodyPr/>
                    <a:lstStyle/>
                    <a:p>
                      <a:pPr indent="0" lvl="0" marL="0" marR="0" rtl="0" algn="ctr">
                        <a:lnSpc>
                          <a:spcPct val="115000"/>
                        </a:lnSpc>
                        <a:spcBef>
                          <a:spcPts val="0"/>
                        </a:spcBef>
                        <a:spcAft>
                          <a:spcPts val="0"/>
                        </a:spcAft>
                        <a:buClr>
                          <a:srgbClr val="000000"/>
                        </a:buClr>
                        <a:buSzPts val="800"/>
                        <a:buFont typeface="Arial"/>
                        <a:buNone/>
                      </a:pPr>
                      <a:r>
                        <a:rPr lang="en" sz="900" u="none" cap="none" strike="noStrike">
                          <a:solidFill>
                            <a:schemeClr val="lt1"/>
                          </a:solidFill>
                          <a:latin typeface="Plus Jakarta Sans SemiBold"/>
                          <a:ea typeface="Plus Jakarta Sans SemiBold"/>
                          <a:cs typeface="Plus Jakarta Sans SemiBold"/>
                          <a:sym typeface="Plus Jakarta Sans SemiBold"/>
                        </a:rPr>
                        <a:t>Mitigation need by:</a:t>
                      </a:r>
                      <a:endParaRPr sz="9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gridSpan="3">
                  <a:txBody>
                    <a:bodyPr/>
                    <a:lstStyle/>
                    <a:p>
                      <a:pPr indent="0" lvl="0" marL="0" marR="0" rtl="0" algn="ctr">
                        <a:lnSpc>
                          <a:spcPct val="115000"/>
                        </a:lnSpc>
                        <a:spcBef>
                          <a:spcPts val="0"/>
                        </a:spcBef>
                        <a:spcAft>
                          <a:spcPts val="0"/>
                        </a:spcAft>
                        <a:buClr>
                          <a:srgbClr val="000000"/>
                        </a:buClr>
                        <a:buSzPts val="700"/>
                        <a:buFont typeface="Arial"/>
                        <a:buNone/>
                      </a:pPr>
                      <a:r>
                        <a:rPr lang="en" sz="700" u="none" cap="none" strike="noStrike">
                          <a:solidFill>
                            <a:schemeClr val="lt1"/>
                          </a:solidFill>
                          <a:latin typeface="Plus Jakarta Sans SemiBold"/>
                          <a:ea typeface="Plus Jakarta Sans SemiBold"/>
                          <a:cs typeface="Plus Jakarta Sans SemiBold"/>
                          <a:sym typeface="Plus Jakarta Sans SemiBold"/>
                        </a:rPr>
                        <a:t>Impacts(s)</a:t>
                      </a:r>
                      <a:endParaRPr sz="7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hMerge="1"/>
                <a:tc hMerge="1"/>
              </a:tr>
              <a:tr h="209725">
                <a:tc vMerge="1"/>
                <a:tc vMerge="1"/>
                <a:tc vMerge="1"/>
                <a:tc vMerge="1"/>
                <a:tc vMerge="1"/>
                <a:tc vMerge="1"/>
                <a:tc vMerge="1"/>
                <a:tc vMerge="1"/>
                <a:tc vMerge="1"/>
                <a:tc>
                  <a:txBody>
                    <a:bodyPr/>
                    <a:lstStyle/>
                    <a:p>
                      <a:pPr indent="0" lvl="0" marL="0" marR="0" rtl="0" algn="ctr">
                        <a:lnSpc>
                          <a:spcPct val="115000"/>
                        </a:lnSpc>
                        <a:spcBef>
                          <a:spcPts val="0"/>
                        </a:spcBef>
                        <a:spcAft>
                          <a:spcPts val="0"/>
                        </a:spcAft>
                        <a:buClr>
                          <a:srgbClr val="000000"/>
                        </a:buClr>
                        <a:buSzPts val="1000"/>
                        <a:buFont typeface="Arial"/>
                        <a:buNone/>
                      </a:pPr>
                      <a:r>
                        <a:rPr lang="en" sz="700" u="none" cap="none" strike="noStrike">
                          <a:solidFill>
                            <a:schemeClr val="lt1"/>
                          </a:solidFill>
                          <a:latin typeface="Plus Jakarta Sans SemiBold"/>
                          <a:ea typeface="Plus Jakarta Sans SemiBold"/>
                          <a:cs typeface="Plus Jakarta Sans SemiBold"/>
                          <a:sym typeface="Plus Jakarta Sans SemiBold"/>
                        </a:rPr>
                        <a:t>Sched</a:t>
                      </a:r>
                      <a:endParaRPr sz="7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700" u="none" cap="none" strike="noStrike">
                          <a:solidFill>
                            <a:schemeClr val="lt1"/>
                          </a:solidFill>
                          <a:latin typeface="Plus Jakarta Sans SemiBold"/>
                          <a:ea typeface="Plus Jakarta Sans SemiBold"/>
                          <a:cs typeface="Plus Jakarta Sans SemiBold"/>
                          <a:sym typeface="Plus Jakarta Sans SemiBold"/>
                        </a:rPr>
                        <a:t>Scope</a:t>
                      </a:r>
                      <a:endParaRPr sz="7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000"/>
                        <a:buFont typeface="Arial"/>
                        <a:buNone/>
                      </a:pPr>
                      <a:r>
                        <a:rPr lang="en" sz="700" u="none" cap="none" strike="noStrike">
                          <a:solidFill>
                            <a:schemeClr val="lt1"/>
                          </a:solidFill>
                          <a:latin typeface="Plus Jakarta Sans SemiBold"/>
                          <a:ea typeface="Plus Jakarta Sans SemiBold"/>
                          <a:cs typeface="Plus Jakarta Sans SemiBold"/>
                          <a:sym typeface="Plus Jakarta Sans SemiBold"/>
                        </a:rPr>
                        <a:t>Budget</a:t>
                      </a:r>
                      <a:endParaRPr sz="700" u="none" cap="none" strike="noStrike">
                        <a:solidFill>
                          <a:schemeClr val="lt1"/>
                        </a:solidFill>
                        <a:latin typeface="Plus Jakarta Sans SemiBold"/>
                        <a:ea typeface="Plus Jakarta Sans SemiBold"/>
                        <a:cs typeface="Plus Jakarta Sans SemiBold"/>
                        <a:sym typeface="Plus Jakarta Sans SemiBold"/>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r>
              <a:tr h="368075">
                <a:tc>
                  <a:txBody>
                    <a:bodyPr/>
                    <a:lstStyle/>
                    <a:p>
                      <a:pPr indent="0" lvl="0" marL="0" marR="0" rtl="0" algn="ctr">
                        <a:lnSpc>
                          <a:spcPct val="115000"/>
                        </a:lnSpc>
                        <a:spcBef>
                          <a:spcPts val="0"/>
                        </a:spcBef>
                        <a:spcAft>
                          <a:spcPts val="0"/>
                        </a:spcAft>
                        <a:buClr>
                          <a:srgbClr val="000000"/>
                        </a:buClr>
                        <a:buSzPts val="800"/>
                        <a:buFont typeface="Arial"/>
                        <a:buNone/>
                      </a:pPr>
                      <a:r>
                        <a:rPr lang="en" sz="700" u="none" cap="none" strike="noStrike">
                          <a:solidFill>
                            <a:schemeClr val="dk1"/>
                          </a:solidFill>
                          <a:latin typeface="Plus Jakarta Sans Light"/>
                          <a:ea typeface="Plus Jakarta Sans Light"/>
                          <a:cs typeface="Plus Jakarta Sans Light"/>
                          <a:sym typeface="Plus Jakarta Sans Light"/>
                        </a:rPr>
                        <a:t>1</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700">
                          <a:solidFill>
                            <a:schemeClr val="dk1"/>
                          </a:solidFill>
                          <a:latin typeface="Plus Jakarta Sans Light"/>
                          <a:ea typeface="Plus Jakarta Sans Light"/>
                          <a:cs typeface="Plus Jakarta Sans Light"/>
                          <a:sym typeface="Plus Jakarta Sans Light"/>
                        </a:rPr>
                        <a:t>Frontdoor  to grant access to the </a:t>
                      </a:r>
                      <a:r>
                        <a:rPr lang="en" sz="700">
                          <a:solidFill>
                            <a:schemeClr val="dk1"/>
                          </a:solidFill>
                          <a:latin typeface="Plus Jakarta Sans Light"/>
                          <a:ea typeface="Plus Jakarta Sans Light"/>
                          <a:cs typeface="Plus Jakarta Sans Light"/>
                          <a:sym typeface="Plus Jakarta Sans Light"/>
                        </a:rPr>
                        <a:t>66 team </a:t>
                      </a:r>
                      <a:endParaRPr sz="700">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Risk</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Open</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High</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100"/>
                        <a:buFont typeface="Arial"/>
                        <a:buNone/>
                      </a:pPr>
                      <a:r>
                        <a:t/>
                      </a:r>
                      <a:endParaRPr sz="700">
                        <a:solidFill>
                          <a:schemeClr val="dk1"/>
                        </a:solidFill>
                        <a:latin typeface="Plus Jakarta Sans Light"/>
                        <a:ea typeface="Plus Jakarta Sans Light"/>
                        <a:cs typeface="Plus Jakarta Sans Light"/>
                        <a:sym typeface="Plus Jakarta Sans Light"/>
                      </a:endParaRPr>
                    </a:p>
                    <a:p>
                      <a:pPr indent="0" lvl="0" marL="0" marR="0" rtl="0" algn="l">
                        <a:lnSpc>
                          <a:spcPct val="100000"/>
                        </a:lnSpc>
                        <a:spcBef>
                          <a:spcPts val="0"/>
                        </a:spcBef>
                        <a:spcAft>
                          <a:spcPts val="0"/>
                        </a:spcAft>
                        <a:buClr>
                          <a:schemeClr val="dk1"/>
                        </a:buClr>
                        <a:buSzPts val="1100"/>
                        <a:buFont typeface="Arial"/>
                        <a:buNone/>
                      </a:pPr>
                      <a:r>
                        <a:rPr lang="en" sz="700">
                          <a:solidFill>
                            <a:schemeClr val="dk1"/>
                          </a:solidFill>
                          <a:latin typeface="Plus Jakarta Sans Light"/>
                          <a:ea typeface="Plus Jakarta Sans Light"/>
                          <a:cs typeface="Plus Jakarta Sans Light"/>
                          <a:sym typeface="Plus Jakarta Sans Light"/>
                        </a:rPr>
                        <a:t>Medium</a:t>
                      </a:r>
                      <a:endParaRPr sz="700" u="none" cap="none" strike="noStrike">
                        <a:solidFill>
                          <a:schemeClr val="dk1"/>
                        </a:solidFill>
                        <a:latin typeface="Plus Jakarta Sans Light"/>
                        <a:ea typeface="Plus Jakarta Sans Light"/>
                        <a:cs typeface="Plus Jakarta Sans Light"/>
                        <a:sym typeface="Plus Jakarta Sans Light"/>
                      </a:endParaRPr>
                    </a:p>
                    <a:p>
                      <a:pPr indent="0" lvl="0" marL="0" marR="0" rtl="0" algn="l">
                        <a:lnSpc>
                          <a:spcPct val="100000"/>
                        </a:lnSpc>
                        <a:spcBef>
                          <a:spcPts val="0"/>
                        </a:spcBef>
                        <a:spcAft>
                          <a:spcPts val="0"/>
                        </a:spcAft>
                        <a:buClr>
                          <a:srgbClr val="000000"/>
                        </a:buClr>
                        <a:buSzPts val="700"/>
                        <a:buFont typeface="Arial"/>
                        <a:buNone/>
                      </a:pPr>
                      <a:r>
                        <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Andy</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8/5/2026</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8/12/2026</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X</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700">
                          <a:solidFill>
                            <a:schemeClr val="dk1"/>
                          </a:solidFill>
                          <a:latin typeface="Plus Jakarta Sans Light"/>
                          <a:ea typeface="Plus Jakarta Sans Light"/>
                          <a:cs typeface="Plus Jakarta Sans Light"/>
                          <a:sym typeface="Plus Jakarta Sans Light"/>
                        </a:rPr>
                        <a:t>X</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solidFill>
                          <a:schemeClr val="dk1"/>
                        </a:solidFill>
                        <a:latin typeface="Plus Jakarta Sans"/>
                        <a:ea typeface="Plus Jakarta Sans"/>
                        <a:cs typeface="Plus Jakarta Sans"/>
                        <a:sym typeface="Plus Jakarta Sans"/>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198150">
                <a:tc gridSpan="2">
                  <a:txBody>
                    <a:bodyPr/>
                    <a:lstStyle/>
                    <a:p>
                      <a:pPr indent="0" lvl="0" marL="0" marR="0" rtl="0" algn="r">
                        <a:lnSpc>
                          <a:spcPct val="115000"/>
                        </a:lnSpc>
                        <a:spcBef>
                          <a:spcPts val="0"/>
                        </a:spcBef>
                        <a:spcAft>
                          <a:spcPts val="0"/>
                        </a:spcAft>
                        <a:buClr>
                          <a:schemeClr val="dk1"/>
                        </a:buClr>
                        <a:buSzPts val="800"/>
                        <a:buFont typeface="Arial"/>
                        <a:buNone/>
                      </a:pPr>
                      <a:r>
                        <a:rPr lang="en" sz="700" u="none" cap="none" strike="noStrike">
                          <a:solidFill>
                            <a:schemeClr val="dk1"/>
                          </a:solidFill>
                          <a:latin typeface="Plus Jakarta Sans Light"/>
                          <a:ea typeface="Plus Jakarta Sans Light"/>
                          <a:cs typeface="Plus Jakarta Sans Light"/>
                          <a:sym typeface="Plus Jakarta Sans Light"/>
                        </a:rPr>
                        <a:t>Mitigation Plan &amp; Actions</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hMerge="1"/>
                <a:tc gridSpan="10">
                  <a:txBody>
                    <a:bodyPr/>
                    <a:lstStyle/>
                    <a:p>
                      <a:pPr indent="-273050" lvl="0" marL="457200" rtl="0" algn="l">
                        <a:lnSpc>
                          <a:spcPct val="115000"/>
                        </a:lnSpc>
                        <a:spcBef>
                          <a:spcPts val="0"/>
                        </a:spcBef>
                        <a:spcAft>
                          <a:spcPts val="0"/>
                        </a:spcAft>
                        <a:buClr>
                          <a:schemeClr val="dk1"/>
                        </a:buClr>
                        <a:buSzPts val="700"/>
                        <a:buFont typeface="Plus Jakarta Sans Light"/>
                        <a:buChar char="●"/>
                      </a:pPr>
                      <a:r>
                        <a:rPr lang="en" sz="700">
                          <a:solidFill>
                            <a:schemeClr val="dk1"/>
                          </a:solidFill>
                          <a:latin typeface="Plus Jakarta Sans Light"/>
                          <a:ea typeface="Plus Jakarta Sans Light"/>
                          <a:cs typeface="Plus Jakarta Sans Light"/>
                          <a:sym typeface="Plus Jakarta Sans Light"/>
                        </a:rPr>
                        <a:t>Andy working on getting  off-shore team’s access.</a:t>
                      </a:r>
                      <a:endParaRPr sz="700">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hMerge="1"/>
                <a:tc hMerge="1"/>
                <a:tc hMerge="1"/>
                <a:tc hMerge="1"/>
                <a:tc hMerge="1"/>
                <a:tc hMerge="1"/>
                <a:tc hMerge="1"/>
                <a:tc hMerge="1"/>
                <a:tc hMerge="1"/>
              </a:tr>
              <a:tr h="347000">
                <a:tc>
                  <a:txBody>
                    <a:bodyPr/>
                    <a:lstStyle/>
                    <a:p>
                      <a:pPr indent="0" lvl="0" marL="0" marR="0" rtl="0" algn="ctr">
                        <a:lnSpc>
                          <a:spcPct val="115000"/>
                        </a:lnSpc>
                        <a:spcBef>
                          <a:spcPts val="0"/>
                        </a:spcBef>
                        <a:spcAft>
                          <a:spcPts val="0"/>
                        </a:spcAft>
                        <a:buClr>
                          <a:srgbClr val="000000"/>
                        </a:buClr>
                        <a:buSzPts val="800"/>
                        <a:buFont typeface="Arial"/>
                        <a:buNone/>
                      </a:pPr>
                      <a:r>
                        <a:rPr lang="en" sz="700" u="none" cap="none" strike="noStrike">
                          <a:solidFill>
                            <a:schemeClr val="dk1"/>
                          </a:solidFill>
                          <a:latin typeface="Plus Jakarta Sans Light"/>
                          <a:ea typeface="Plus Jakarta Sans Light"/>
                          <a:cs typeface="Plus Jakarta Sans Light"/>
                          <a:sym typeface="Plus Jakarta Sans Light"/>
                        </a:rPr>
                        <a:t>2</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700">
                          <a:solidFill>
                            <a:schemeClr val="dk1"/>
                          </a:solidFill>
                          <a:latin typeface="Plus Jakarta Sans Light"/>
                          <a:ea typeface="Plus Jakarta Sans Light"/>
                          <a:cs typeface="Plus Jakarta Sans Light"/>
                          <a:sym typeface="Plus Jakarta Sans Light"/>
                        </a:rPr>
                        <a:t>Gap Remediation sessions  scheduling</a:t>
                      </a:r>
                      <a:endParaRPr sz="700">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Risk</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Open</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Medium</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High</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Jackie</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8/10/2026</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8/14/2026</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X</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700"/>
                        <a:buFont typeface="Arial"/>
                        <a:buNone/>
                      </a:pPr>
                      <a:r>
                        <a:rPr lang="en" sz="700">
                          <a:solidFill>
                            <a:schemeClr val="dk1"/>
                          </a:solidFill>
                          <a:latin typeface="Plus Jakarta Sans Light"/>
                          <a:ea typeface="Plus Jakarta Sans Light"/>
                          <a:cs typeface="Plus Jakarta Sans Light"/>
                          <a:sym typeface="Plus Jakarta Sans Light"/>
                        </a:rPr>
                        <a:t>X</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solidFill>
                          <a:schemeClr val="dk1"/>
                        </a:solidFill>
                        <a:latin typeface="Plus Jakarta Sans"/>
                        <a:ea typeface="Plus Jakarta Sans"/>
                        <a:cs typeface="Plus Jakarta Sans"/>
                        <a:sym typeface="Plus Jakarta Sans"/>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r>
              <a:tr h="320900">
                <a:tc gridSpan="2">
                  <a:txBody>
                    <a:bodyPr/>
                    <a:lstStyle/>
                    <a:p>
                      <a:pPr indent="0" lvl="0" marL="0" marR="0" rtl="0" algn="r">
                        <a:lnSpc>
                          <a:spcPct val="115000"/>
                        </a:lnSpc>
                        <a:spcBef>
                          <a:spcPts val="0"/>
                        </a:spcBef>
                        <a:spcAft>
                          <a:spcPts val="0"/>
                        </a:spcAft>
                        <a:buClr>
                          <a:schemeClr val="dk1"/>
                        </a:buClr>
                        <a:buSzPts val="800"/>
                        <a:buFont typeface="Arial"/>
                        <a:buNone/>
                      </a:pPr>
                      <a:r>
                        <a:rPr lang="en" sz="700" u="none" cap="none" strike="noStrike">
                          <a:solidFill>
                            <a:schemeClr val="dk1"/>
                          </a:solidFill>
                          <a:latin typeface="Plus Jakarta Sans Light"/>
                          <a:ea typeface="Plus Jakarta Sans Light"/>
                          <a:cs typeface="Plus Jakarta Sans Light"/>
                          <a:sym typeface="Plus Jakarta Sans Light"/>
                        </a:rPr>
                        <a:t>Mitigation Plan &amp; Actions</a:t>
                      </a:r>
                      <a:endParaRPr sz="700" u="none" cap="none" strike="noStrike">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hMerge="1"/>
                <a:tc gridSpan="10">
                  <a:txBody>
                    <a:bodyPr/>
                    <a:lstStyle/>
                    <a:p>
                      <a:pPr indent="-273050" lvl="0" marL="457200" rtl="0" algn="l">
                        <a:lnSpc>
                          <a:spcPct val="115000"/>
                        </a:lnSpc>
                        <a:spcBef>
                          <a:spcPts val="0"/>
                        </a:spcBef>
                        <a:spcAft>
                          <a:spcPts val="0"/>
                        </a:spcAft>
                        <a:buSzPts val="700"/>
                        <a:buFont typeface="Plus Jakarta Sans Light"/>
                        <a:buChar char="●"/>
                      </a:pPr>
                      <a:r>
                        <a:rPr lang="en" sz="700">
                          <a:latin typeface="Plus Jakarta Sans Light"/>
                          <a:ea typeface="Plus Jakarta Sans Light"/>
                          <a:cs typeface="Plus Jakarta Sans Light"/>
                          <a:sym typeface="Plus Jakarta Sans Light"/>
                        </a:rPr>
                        <a:t>Identify agenda and attendees for each  session and schedule</a:t>
                      </a:r>
                      <a:endParaRPr sz="700">
                        <a:solidFill>
                          <a:schemeClr val="dk1"/>
                        </a:solidFill>
                        <a:latin typeface="Plus Jakarta Sans Light"/>
                        <a:ea typeface="Plus Jakarta Sans Light"/>
                        <a:cs typeface="Plus Jakarta Sans Light"/>
                        <a:sym typeface="Plus Jakarta Sans Light"/>
                      </a:endParaRPr>
                    </a:p>
                  </a:txBody>
                  <a:tcPr marT="45700" marB="45700" marR="45700" marL="457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FFFFFF"/>
                    </a:solidFill>
                  </a:tcPr>
                </a:tc>
                <a:tc hMerge="1"/>
                <a:tc hMerge="1"/>
                <a:tc hMerge="1"/>
                <a:tc hMerge="1"/>
                <a:tc hMerge="1"/>
                <a:tc hMerge="1"/>
                <a:tc hMerge="1"/>
                <a:tc hMerge="1"/>
                <a:tc hMerge="1"/>
              </a:tr>
            </a:tbl>
          </a:graphicData>
        </a:graphic>
      </p:graphicFrame>
      <p:pic>
        <p:nvPicPr>
          <p:cNvPr id="607" name="Google Shape;607;p81"/>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82"/>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Communication Plan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3"/>
          <p:cNvSpPr txBox="1"/>
          <p:nvPr/>
        </p:nvSpPr>
        <p:spPr>
          <a:xfrm>
            <a:off x="293375" y="1032950"/>
            <a:ext cx="4085400" cy="379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Plus Jakarta Sans"/>
                <a:ea typeface="Plus Jakarta Sans"/>
                <a:cs typeface="Plus Jakarta Sans"/>
                <a:sym typeface="Plus Jakarta Sans"/>
              </a:rPr>
              <a:t>Meetings &amp; Cadence</a:t>
            </a:r>
            <a:endParaRPr b="1" sz="1200">
              <a:solidFill>
                <a:schemeClr val="dk1"/>
              </a:solidFill>
              <a:latin typeface="Plus Jakarta Sans"/>
              <a:ea typeface="Plus Jakarta Sans"/>
              <a:cs typeface="Plus Jakarta Sans"/>
              <a:sym typeface="Plus Jakarta Sans"/>
            </a:endParaRPr>
          </a:p>
          <a:p>
            <a:pPr indent="-292100" lvl="0" marL="457200" rtl="0" algn="l">
              <a:lnSpc>
                <a:spcPct val="115000"/>
              </a:lnSpc>
              <a:spcBef>
                <a:spcPts val="60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 weekly engagement status meeting is scheduled to formally review project status, verify next steps, and address project risks and issues. *</a:t>
            </a:r>
            <a:r>
              <a:rPr b="1" i="1" lang="en" sz="1000">
                <a:solidFill>
                  <a:schemeClr val="dk1"/>
                </a:solidFill>
                <a:latin typeface="Plus Jakarta Sans"/>
                <a:ea typeface="Plus Jakarta Sans"/>
                <a:cs typeface="Plus Jakarta Sans"/>
                <a:sym typeface="Plus Jakarta Sans"/>
              </a:rPr>
              <a:t>First 6 weeks of engagement we will meet twice a week (Monday &amp; Thursdays 8:30 CST)</a:t>
            </a:r>
            <a:endParaRPr b="1" i="1" sz="1000">
              <a:solidFill>
                <a:schemeClr val="dk1"/>
              </a:solidFill>
              <a:latin typeface="Plus Jakarta Sans"/>
              <a:ea typeface="Plus Jakarta Sans"/>
              <a:cs typeface="Plus Jakarta Sans"/>
              <a:sym typeface="Plus Jakarta Sans"/>
            </a:endParaRPr>
          </a:p>
          <a:p>
            <a:pPr indent="-292100" lvl="0" marL="457200" rtl="0" algn="l">
              <a:lnSpc>
                <a:spcPct val="115000"/>
              </a:lnSpc>
              <a:spcBef>
                <a:spcPts val="1000"/>
              </a:spcBef>
              <a:spcAft>
                <a:spcPts val="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 more detailed project schedule that is mutually agreeable to both parties will be established at the outset of the project.</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1000"/>
              </a:spcBef>
              <a:spcAft>
                <a:spcPts val="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The project will include collaborative gap remediation and requirements definition sessions.</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1000"/>
              </a:spcBef>
              <a:spcAft>
                <a:spcPts val="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 knowledge transfer and closeout meeting will be conducted at the end of the project to recap goals, summarize lessons learned, and review deliverables.</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1000"/>
              </a:spcBef>
              <a:spcAft>
                <a:spcPts val="100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As part of the Organizational Change Management (OCM) scope, a communication strategy and plan will be developed.</a:t>
            </a:r>
            <a:endParaRPr sz="1000">
              <a:latin typeface="Plus Jakarta Sans Light"/>
              <a:ea typeface="Plus Jakarta Sans Light"/>
              <a:cs typeface="Plus Jakarta Sans Light"/>
              <a:sym typeface="Plus Jakarta Sans Light"/>
            </a:endParaRPr>
          </a:p>
        </p:txBody>
      </p:sp>
      <p:sp>
        <p:nvSpPr>
          <p:cNvPr id="618" name="Google Shape;618;p83"/>
          <p:cNvSpPr txBox="1"/>
          <p:nvPr>
            <p:ph type="title"/>
          </p:nvPr>
        </p:nvSpPr>
        <p:spPr>
          <a:xfrm>
            <a:off x="231025" y="224900"/>
            <a:ext cx="86820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Project Communications &amp; Collaboration</a:t>
            </a:r>
            <a:endParaRPr/>
          </a:p>
        </p:txBody>
      </p:sp>
      <p:sp>
        <p:nvSpPr>
          <p:cNvPr id="619" name="Google Shape;619;p83"/>
          <p:cNvSpPr txBox="1"/>
          <p:nvPr/>
        </p:nvSpPr>
        <p:spPr>
          <a:xfrm>
            <a:off x="4775600" y="1032950"/>
            <a:ext cx="3904800" cy="194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solidFill>
                  <a:schemeClr val="dk1"/>
                </a:solidFill>
                <a:latin typeface="Plus Jakarta Sans"/>
                <a:ea typeface="Plus Jakarta Sans"/>
                <a:cs typeface="Plus Jakarta Sans"/>
                <a:sym typeface="Plus Jakarta Sans"/>
              </a:rPr>
              <a:t>Reporting &amp; Deliverables</a:t>
            </a:r>
            <a:endParaRPr b="1" sz="1200">
              <a:solidFill>
                <a:schemeClr val="dk1"/>
              </a:solidFill>
              <a:latin typeface="Plus Jakarta Sans"/>
              <a:ea typeface="Plus Jakarta Sans"/>
              <a:cs typeface="Plus Jakarta Sans"/>
              <a:sym typeface="Plus Jakarta Sans"/>
            </a:endParaRPr>
          </a:p>
          <a:p>
            <a:pPr indent="-292100" lvl="0" marL="457200" rtl="0" algn="l">
              <a:lnSpc>
                <a:spcPct val="115000"/>
              </a:lnSpc>
              <a:spcBef>
                <a:spcPts val="600"/>
              </a:spcBef>
              <a:spcAft>
                <a:spcPts val="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 Status Report deliverable will be provided ongoing throughout the project.</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1000"/>
              </a:spcBef>
              <a:spcAft>
                <a:spcPts val="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These reports will track project progress against the schedule, deliverables, and risks.</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1000"/>
              </a:spcBef>
              <a:spcAft>
                <a:spcPts val="1000"/>
              </a:spcAft>
              <a:buClr>
                <a:srgbClr val="1B1C1D"/>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OCM documentation will also be a deliverable, which includes the communication strategy, metrics plan, and executive meeting content.</a:t>
            </a:r>
            <a:endParaRPr sz="1000">
              <a:latin typeface="Plus Jakarta Sans Light"/>
              <a:ea typeface="Plus Jakarta Sans Light"/>
              <a:cs typeface="Plus Jakarta Sans Light"/>
              <a:sym typeface="Plus Jakarta Sans Light"/>
            </a:endParaRPr>
          </a:p>
        </p:txBody>
      </p:sp>
      <p:pic>
        <p:nvPicPr>
          <p:cNvPr id="620" name="Google Shape;620;p83"/>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84"/>
          <p:cNvSpPr txBox="1"/>
          <p:nvPr>
            <p:ph type="title"/>
          </p:nvPr>
        </p:nvSpPr>
        <p:spPr>
          <a:xfrm>
            <a:off x="228625" y="83475"/>
            <a:ext cx="8684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Communication Channels &amp; Frequency</a:t>
            </a:r>
            <a:endParaRPr/>
          </a:p>
        </p:txBody>
      </p:sp>
      <p:sp>
        <p:nvSpPr>
          <p:cNvPr id="626" name="Google Shape;626;p84"/>
          <p:cNvSpPr txBox="1"/>
          <p:nvPr/>
        </p:nvSpPr>
        <p:spPr>
          <a:xfrm>
            <a:off x="389750" y="792950"/>
            <a:ext cx="3864600" cy="302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000">
                <a:solidFill>
                  <a:schemeClr val="dk1"/>
                </a:solidFill>
                <a:latin typeface="Plus Jakarta Sans Medium"/>
                <a:ea typeface="Plus Jakarta Sans Medium"/>
                <a:cs typeface="Plus Jakarta Sans Medium"/>
                <a:sym typeface="Plus Jakarta Sans Medium"/>
              </a:rPr>
              <a:t>Daily Stand-up Meetings (15 min):</a:t>
            </a:r>
            <a:endParaRPr sz="1000">
              <a:solidFill>
                <a:schemeClr val="dk1"/>
              </a:solidFill>
              <a:latin typeface="Plus Jakarta Sans Medium"/>
              <a:ea typeface="Plus Jakarta Sans Medium"/>
              <a:cs typeface="Plus Jakarta Sans Medium"/>
              <a:sym typeface="Plus Jakarta Sans Medium"/>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Purpose: Quick updates on "what I did yesterday, what I'm doing today, any blockers."</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5000"/>
              </a:lnSpc>
              <a:spcBef>
                <a:spcPts val="1000"/>
              </a:spcBef>
              <a:spcAft>
                <a:spcPts val="0"/>
              </a:spcAft>
              <a:buNone/>
            </a:pPr>
            <a:r>
              <a:rPr lang="en" sz="1000">
                <a:solidFill>
                  <a:schemeClr val="dk1"/>
                </a:solidFill>
                <a:latin typeface="Plus Jakarta Sans Medium"/>
                <a:ea typeface="Plus Jakarta Sans Medium"/>
                <a:cs typeface="Plus Jakarta Sans Medium"/>
                <a:sym typeface="Plus Jakarta Sans Medium"/>
              </a:rPr>
              <a:t>Weekly Core Team Meeting (30 min):</a:t>
            </a:r>
            <a:endParaRPr sz="1000">
              <a:solidFill>
                <a:schemeClr val="dk1"/>
              </a:solidFill>
              <a:latin typeface="Plus Jakarta Sans Medium"/>
              <a:ea typeface="Plus Jakarta Sans Medium"/>
              <a:cs typeface="Plus Jakarta Sans Medium"/>
              <a:sym typeface="Plus Jakarta Sans Medium"/>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Purpose: Detailed progress review, deep dive into specific issues, decision-making, planning for the upcoming week.</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5000"/>
              </a:lnSpc>
              <a:spcBef>
                <a:spcPts val="1000"/>
              </a:spcBef>
              <a:spcAft>
                <a:spcPts val="0"/>
              </a:spcAft>
              <a:buNone/>
            </a:pPr>
            <a:r>
              <a:rPr lang="en" sz="1000">
                <a:solidFill>
                  <a:schemeClr val="dk1"/>
                </a:solidFill>
                <a:latin typeface="Plus Jakarta Sans Medium"/>
                <a:ea typeface="Plus Jakarta Sans Medium"/>
                <a:cs typeface="Plus Jakarta Sans Medium"/>
                <a:sym typeface="Plus Jakarta Sans Medium"/>
              </a:rPr>
              <a:t>Dedicated Google Chat/Slack Channel:</a:t>
            </a:r>
            <a:endParaRPr sz="1000">
              <a:solidFill>
                <a:schemeClr val="dk1"/>
              </a:solidFill>
              <a:latin typeface="Plus Jakarta Sans Medium"/>
              <a:ea typeface="Plus Jakarta Sans Medium"/>
              <a:cs typeface="Plus Jakarta Sans Medium"/>
              <a:sym typeface="Plus Jakarta Sans Medium"/>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Purpose: Real-time communication, quick questions, sharing links, immediate problem-solving.</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5000"/>
              </a:lnSpc>
              <a:spcBef>
                <a:spcPts val="1000"/>
              </a:spcBef>
              <a:spcAft>
                <a:spcPts val="0"/>
              </a:spcAft>
              <a:buNone/>
            </a:pPr>
            <a:r>
              <a:rPr lang="en" sz="1000">
                <a:solidFill>
                  <a:schemeClr val="dk1"/>
                </a:solidFill>
                <a:latin typeface="Plus Jakarta Sans Medium"/>
                <a:ea typeface="Plus Jakarta Sans Medium"/>
                <a:cs typeface="Plus Jakarta Sans Medium"/>
                <a:sym typeface="Plus Jakarta Sans Medium"/>
              </a:rPr>
              <a:t>Project Management Tool (e.g., Jira, Asana):</a:t>
            </a:r>
            <a:endParaRPr sz="1000">
              <a:solidFill>
                <a:schemeClr val="dk1"/>
              </a:solidFill>
              <a:latin typeface="Plus Jakarta Sans Medium"/>
              <a:ea typeface="Plus Jakarta Sans Medium"/>
              <a:cs typeface="Plus Jakarta Sans Medium"/>
              <a:sym typeface="Plus Jakarta Sans Medium"/>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Purpose: Task assignment, progress tracking, documentation of issues and resolutions, backlog management.</a:t>
            </a:r>
            <a:endParaRPr b="1" sz="1000">
              <a:solidFill>
                <a:schemeClr val="dk1"/>
              </a:solidFill>
              <a:latin typeface="Plus Jakarta Sans"/>
              <a:ea typeface="Plus Jakarta Sans"/>
              <a:cs typeface="Plus Jakarta Sans"/>
              <a:sym typeface="Plus Jakarta Sans"/>
            </a:endParaRPr>
          </a:p>
        </p:txBody>
      </p:sp>
      <p:sp>
        <p:nvSpPr>
          <p:cNvPr id="627" name="Google Shape;627;p84"/>
          <p:cNvSpPr txBox="1"/>
          <p:nvPr/>
        </p:nvSpPr>
        <p:spPr>
          <a:xfrm>
            <a:off x="4738350" y="792950"/>
            <a:ext cx="3864600" cy="223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sz="1000">
                <a:solidFill>
                  <a:schemeClr val="dk1"/>
                </a:solidFill>
                <a:latin typeface="Plus Jakarta Sans Medium"/>
                <a:ea typeface="Plus Jakarta Sans Medium"/>
                <a:cs typeface="Plus Jakarta Sans Medium"/>
                <a:sym typeface="Plus Jakarta Sans Medium"/>
              </a:rPr>
              <a:t>Shared Document Repository:</a:t>
            </a:r>
            <a:endParaRPr sz="1000">
              <a:solidFill>
                <a:schemeClr val="dk1"/>
              </a:solidFill>
              <a:latin typeface="Plus Jakarta Sans Medium"/>
              <a:ea typeface="Plus Jakarta Sans Medium"/>
              <a:cs typeface="Plus Jakarta Sans Medium"/>
              <a:sym typeface="Plus Jakarta Sans Medium"/>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Purpose: Central repository for all project documentation (SOWs, technical designs, meeting notes, etc.).</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5000"/>
              </a:lnSpc>
              <a:spcBef>
                <a:spcPts val="1000"/>
              </a:spcBef>
              <a:spcAft>
                <a:spcPts val="0"/>
              </a:spcAft>
              <a:buNone/>
            </a:pPr>
            <a:r>
              <a:rPr lang="en" sz="1000">
                <a:solidFill>
                  <a:schemeClr val="dk1"/>
                </a:solidFill>
                <a:latin typeface="Plus Jakarta Sans Medium"/>
                <a:ea typeface="Plus Jakarta Sans Medium"/>
                <a:cs typeface="Plus Jakarta Sans Medium"/>
                <a:sym typeface="Plus Jakarta Sans Medium"/>
              </a:rPr>
              <a:t>Email (as needed):</a:t>
            </a:r>
            <a:endParaRPr sz="1000">
              <a:solidFill>
                <a:schemeClr val="dk1"/>
              </a:solidFill>
              <a:latin typeface="Plus Jakarta Sans Medium"/>
              <a:ea typeface="Plus Jakarta Sans Medium"/>
              <a:cs typeface="Plus Jakarta Sans Medium"/>
              <a:sym typeface="Plus Jakarta Sans Medium"/>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Audience: Specific team members or broader project group.</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Purpose: Formal notifications, urgent alerts, detailed explanations not suitable for chat, follow-ups on specific action items.</a:t>
            </a:r>
            <a:endParaRPr sz="1000">
              <a:solidFill>
                <a:schemeClr val="dk1"/>
              </a:solidFill>
              <a:latin typeface="Plus Jakarta Sans Light"/>
              <a:ea typeface="Plus Jakarta Sans Light"/>
              <a:cs typeface="Plus Jakarta Sans Light"/>
              <a:sym typeface="Plus Jakarta Sans Light"/>
            </a:endParaRPr>
          </a:p>
          <a:p>
            <a:pPr indent="-292100" lvl="0" marL="457200"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Frequency: As required.</a:t>
            </a:r>
            <a:endParaRPr b="1" sz="1000">
              <a:solidFill>
                <a:schemeClr val="dk1"/>
              </a:solidFill>
              <a:latin typeface="Plus Jakarta Sans"/>
              <a:ea typeface="Plus Jakarta Sans"/>
              <a:cs typeface="Plus Jakarta Sans"/>
              <a:sym typeface="Plus Jakarta Sans"/>
            </a:endParaRPr>
          </a:p>
        </p:txBody>
      </p:sp>
      <p:pic>
        <p:nvPicPr>
          <p:cNvPr id="628" name="Google Shape;628;p84"/>
          <p:cNvPicPr preferRelativeResize="0"/>
          <p:nvPr/>
        </p:nvPicPr>
        <p:blipFill>
          <a:blip r:embed="rId3">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5"/>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Next Steps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6"/>
          <p:cNvSpPr txBox="1"/>
          <p:nvPr/>
        </p:nvSpPr>
        <p:spPr>
          <a:xfrm>
            <a:off x="3598575" y="605925"/>
            <a:ext cx="4481400" cy="2251800"/>
          </a:xfrm>
          <a:prstGeom prst="rect">
            <a:avLst/>
          </a:prstGeom>
          <a:noFill/>
          <a:ln>
            <a:noFill/>
          </a:ln>
        </p:spPr>
        <p:txBody>
          <a:bodyPr anchorCtr="0" anchor="t" bIns="48000" lIns="96000" spcFirstLastPara="1" rIns="96000" wrap="square" tIns="48000">
            <a:spAutoFit/>
          </a:bodyPr>
          <a:lstStyle/>
          <a:p>
            <a:pPr indent="0" lvl="0" marL="0" rtl="0" algn="l">
              <a:lnSpc>
                <a:spcPct val="110000"/>
              </a:lnSpc>
              <a:spcBef>
                <a:spcPts val="0"/>
              </a:spcBef>
              <a:spcAft>
                <a:spcPts val="0"/>
              </a:spcAft>
              <a:buNone/>
            </a:pPr>
            <a:r>
              <a:rPr lang="en" sz="1000">
                <a:solidFill>
                  <a:schemeClr val="dk1"/>
                </a:solidFill>
                <a:latin typeface="Plus Jakarta Sans Light"/>
                <a:ea typeface="Plus Jakarta Sans Light"/>
                <a:cs typeface="Plus Jakarta Sans Light"/>
                <a:sym typeface="Plus Jakarta Sans Light"/>
              </a:rPr>
              <a:t>Your feedback is essential to helping 66degrees gauge your experience and ensure continued satisfaction throughout each project lifecycle. </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0000"/>
              </a:lnSpc>
              <a:spcBef>
                <a:spcPts val="0"/>
              </a:spcBef>
              <a:spcAft>
                <a:spcPts val="0"/>
              </a:spcAft>
              <a:buNone/>
            </a:pPr>
            <a:r>
              <a:t/>
            </a:r>
            <a:endParaRPr sz="1000">
              <a:solidFill>
                <a:schemeClr val="dk1"/>
              </a:solidFill>
              <a:latin typeface="Plus Jakarta Sans Light"/>
              <a:ea typeface="Plus Jakarta Sans Light"/>
              <a:cs typeface="Plus Jakarta Sans Light"/>
              <a:sym typeface="Plus Jakarta Sans Light"/>
            </a:endParaRPr>
          </a:p>
          <a:p>
            <a:pPr indent="0" lvl="0" marL="0" rtl="0" algn="l">
              <a:lnSpc>
                <a:spcPct val="110000"/>
              </a:lnSpc>
              <a:spcBef>
                <a:spcPts val="0"/>
              </a:spcBef>
              <a:spcAft>
                <a:spcPts val="0"/>
              </a:spcAft>
              <a:buNone/>
            </a:pPr>
            <a:r>
              <a:rPr lang="en" sz="1000">
                <a:solidFill>
                  <a:schemeClr val="dk1"/>
                </a:solidFill>
                <a:latin typeface="Plus Jakarta Sans Light"/>
                <a:ea typeface="Plus Jakarta Sans Light"/>
                <a:cs typeface="Plus Jakarta Sans Light"/>
                <a:sym typeface="Plus Jakarta Sans Light"/>
              </a:rPr>
              <a:t>In addition to ongoing communication, we will be sending out periodic Customer Satisfaction Surveys to gain your perspective on:</a:t>
            </a:r>
            <a:endParaRPr sz="1000">
              <a:solidFill>
                <a:schemeClr val="dk1"/>
              </a:solidFill>
              <a:latin typeface="Plus Jakarta Sans Light"/>
              <a:ea typeface="Plus Jakarta Sans Light"/>
              <a:cs typeface="Plus Jakarta Sans Light"/>
              <a:sym typeface="Plus Jakarta Sans Light"/>
            </a:endParaRPr>
          </a:p>
          <a:p>
            <a:pPr indent="-303548" lvl="0" marL="480096" rtl="0" algn="l">
              <a:lnSpc>
                <a:spcPct val="115000"/>
              </a:lnSpc>
              <a:spcBef>
                <a:spcPts val="105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Overall Experience</a:t>
            </a:r>
            <a:endParaRPr sz="1000">
              <a:solidFill>
                <a:schemeClr val="dk1"/>
              </a:solidFill>
              <a:latin typeface="Plus Jakarta Sans Light"/>
              <a:ea typeface="Plus Jakarta Sans Light"/>
              <a:cs typeface="Plus Jakarta Sans Light"/>
              <a:sym typeface="Plus Jakarta Sans Light"/>
            </a:endParaRPr>
          </a:p>
          <a:p>
            <a:pPr indent="-303548" lvl="0" marL="480096"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Quality of Deliverables</a:t>
            </a:r>
            <a:endParaRPr sz="1000">
              <a:solidFill>
                <a:schemeClr val="dk1"/>
              </a:solidFill>
              <a:latin typeface="Plus Jakarta Sans Light"/>
              <a:ea typeface="Plus Jakarta Sans Light"/>
              <a:cs typeface="Plus Jakarta Sans Light"/>
              <a:sym typeface="Plus Jakarta Sans Light"/>
            </a:endParaRPr>
          </a:p>
          <a:p>
            <a:pPr indent="-303548" lvl="0" marL="480096"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Project Team Expertise</a:t>
            </a:r>
            <a:endParaRPr sz="1000">
              <a:solidFill>
                <a:schemeClr val="dk1"/>
              </a:solidFill>
              <a:latin typeface="Plus Jakarta Sans Light"/>
              <a:ea typeface="Plus Jakarta Sans Light"/>
              <a:cs typeface="Plus Jakarta Sans Light"/>
              <a:sym typeface="Plus Jakarta Sans Light"/>
            </a:endParaRPr>
          </a:p>
          <a:p>
            <a:pPr indent="-303548" lvl="0" marL="480096"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Communication &amp; Project Management</a:t>
            </a:r>
            <a:endParaRPr sz="1000">
              <a:solidFill>
                <a:schemeClr val="dk1"/>
              </a:solidFill>
              <a:latin typeface="Plus Jakarta Sans Light"/>
              <a:ea typeface="Plus Jakarta Sans Light"/>
              <a:cs typeface="Plus Jakarta Sans Light"/>
              <a:sym typeface="Plus Jakarta Sans Light"/>
            </a:endParaRPr>
          </a:p>
          <a:p>
            <a:pPr indent="-303548" lvl="0" marL="480096" rtl="0" algn="l">
              <a:lnSpc>
                <a:spcPct val="115000"/>
              </a:lnSpc>
              <a:spcBef>
                <a:spcPts val="0"/>
              </a:spcBef>
              <a:spcAft>
                <a:spcPts val="0"/>
              </a:spcAft>
              <a:buClr>
                <a:schemeClr val="dk1"/>
              </a:buClr>
              <a:buSzPts val="1000"/>
              <a:buFont typeface="Plus Jakarta Sans Light"/>
              <a:buChar char="●"/>
            </a:pPr>
            <a:r>
              <a:rPr lang="en" sz="1000">
                <a:solidFill>
                  <a:schemeClr val="dk1"/>
                </a:solidFill>
                <a:latin typeface="Plus Jakarta Sans Light"/>
                <a:ea typeface="Plus Jakarta Sans Light"/>
                <a:cs typeface="Plus Jakarta Sans Light"/>
                <a:sym typeface="Plus Jakarta Sans Light"/>
              </a:rPr>
              <a:t>Any additional information you’d like to share</a:t>
            </a:r>
            <a:endParaRPr sz="1000">
              <a:solidFill>
                <a:schemeClr val="dk1"/>
              </a:solidFill>
              <a:latin typeface="Plus Jakarta Sans Light"/>
              <a:ea typeface="Plus Jakarta Sans Light"/>
              <a:cs typeface="Plus Jakarta Sans Light"/>
              <a:sym typeface="Plus Jakarta Sans Light"/>
            </a:endParaRPr>
          </a:p>
          <a:p>
            <a:pPr indent="0" lvl="0" marL="0" rtl="0" algn="l">
              <a:spcBef>
                <a:spcPts val="1050"/>
              </a:spcBef>
              <a:spcAft>
                <a:spcPts val="0"/>
              </a:spcAft>
              <a:buNone/>
            </a:pPr>
            <a:r>
              <a:rPr lang="en" sz="1000">
                <a:solidFill>
                  <a:srgbClr val="0D0D0D"/>
                </a:solidFill>
                <a:latin typeface="Plus Jakarta Sans Light"/>
                <a:ea typeface="Plus Jakarta Sans Light"/>
                <a:cs typeface="Plus Jakarta Sans Light"/>
                <a:sym typeface="Plus Jakarta Sans Light"/>
              </a:rPr>
              <a:t>The surveys will take </a:t>
            </a:r>
            <a:r>
              <a:rPr lang="en" sz="1000">
                <a:solidFill>
                  <a:schemeClr val="accent1"/>
                </a:solidFill>
                <a:latin typeface="Plus Jakarta Sans Light"/>
                <a:ea typeface="Plus Jakarta Sans Light"/>
                <a:cs typeface="Plus Jakarta Sans Light"/>
                <a:sym typeface="Plus Jakarta Sans Light"/>
              </a:rPr>
              <a:t>less than 1 minute</a:t>
            </a:r>
            <a:r>
              <a:rPr lang="en" sz="1000">
                <a:solidFill>
                  <a:schemeClr val="dk1"/>
                </a:solidFill>
                <a:latin typeface="Plus Jakarta Sans Light"/>
                <a:ea typeface="Plus Jakarta Sans Light"/>
                <a:cs typeface="Plus Jakarta Sans Light"/>
                <a:sym typeface="Plus Jakarta Sans Light"/>
              </a:rPr>
              <a:t> to complete. </a:t>
            </a:r>
            <a:endParaRPr sz="1000">
              <a:solidFill>
                <a:schemeClr val="dk1"/>
              </a:solidFill>
              <a:latin typeface="Plus Jakarta Sans Light"/>
              <a:ea typeface="Plus Jakarta Sans Light"/>
              <a:cs typeface="Plus Jakarta Sans Light"/>
              <a:sym typeface="Plus Jakarta Sans Light"/>
            </a:endParaRPr>
          </a:p>
        </p:txBody>
      </p:sp>
      <p:pic>
        <p:nvPicPr>
          <p:cNvPr id="639" name="Google Shape;639;p86"/>
          <p:cNvPicPr preferRelativeResize="0"/>
          <p:nvPr/>
        </p:nvPicPr>
        <p:blipFill rotWithShape="1">
          <a:blip r:embed="rId3">
            <a:alphaModFix/>
          </a:blip>
          <a:srcRect b="0" l="4377" r="14262" t="0"/>
          <a:stretch/>
        </p:blipFill>
        <p:spPr>
          <a:xfrm>
            <a:off x="285675" y="1535588"/>
            <a:ext cx="2488300" cy="2072325"/>
          </a:xfrm>
          <a:prstGeom prst="rect">
            <a:avLst/>
          </a:prstGeom>
          <a:noFill/>
          <a:ln>
            <a:noFill/>
          </a:ln>
        </p:spPr>
      </p:pic>
      <p:sp>
        <p:nvSpPr>
          <p:cNvPr id="640" name="Google Shape;640;p86"/>
          <p:cNvSpPr txBox="1"/>
          <p:nvPr/>
        </p:nvSpPr>
        <p:spPr>
          <a:xfrm>
            <a:off x="285675" y="457575"/>
            <a:ext cx="3312900" cy="977700"/>
          </a:xfrm>
          <a:prstGeom prst="rect">
            <a:avLst/>
          </a:prstGeom>
          <a:noFill/>
          <a:ln>
            <a:noFill/>
          </a:ln>
        </p:spPr>
        <p:txBody>
          <a:bodyPr anchorCtr="0" anchor="t" bIns="96000" lIns="96000" spcFirstLastPara="1" rIns="96000" wrap="square" tIns="96000">
            <a:noAutofit/>
          </a:bodyPr>
          <a:lstStyle/>
          <a:p>
            <a:pPr indent="0" lvl="0" marL="0" rtl="0" algn="l">
              <a:lnSpc>
                <a:spcPct val="100000"/>
              </a:lnSpc>
              <a:spcBef>
                <a:spcPts val="0"/>
              </a:spcBef>
              <a:spcAft>
                <a:spcPts val="0"/>
              </a:spcAft>
              <a:buClr>
                <a:schemeClr val="dk1"/>
              </a:buClr>
              <a:buSzPts val="1155"/>
              <a:buFont typeface="Arial"/>
              <a:buNone/>
            </a:pPr>
            <a:r>
              <a:rPr b="1" lang="en" sz="2520">
                <a:solidFill>
                  <a:schemeClr val="accent1"/>
                </a:solidFill>
                <a:latin typeface="Plus Jakarta Sans"/>
                <a:ea typeface="Plus Jakarta Sans"/>
                <a:cs typeface="Plus Jakarta Sans"/>
                <a:sym typeface="Plus Jakarta Sans"/>
              </a:rPr>
              <a:t>What to Expect</a:t>
            </a:r>
            <a:endParaRPr b="1" sz="1680">
              <a:solidFill>
                <a:schemeClr val="accent1"/>
              </a:solidFill>
              <a:latin typeface="Plus Jakarta Sans"/>
              <a:ea typeface="Plus Jakarta Sans"/>
              <a:cs typeface="Plus Jakarta Sans"/>
              <a:sym typeface="Plus Jakarta Sans"/>
            </a:endParaRPr>
          </a:p>
          <a:p>
            <a:pPr indent="0" lvl="0" marL="0" rtl="0" algn="l">
              <a:lnSpc>
                <a:spcPct val="100000"/>
              </a:lnSpc>
              <a:spcBef>
                <a:spcPts val="0"/>
              </a:spcBef>
              <a:spcAft>
                <a:spcPts val="0"/>
              </a:spcAft>
              <a:buClr>
                <a:schemeClr val="dk1"/>
              </a:buClr>
              <a:buSzPts val="1155"/>
              <a:buFont typeface="Arial"/>
              <a:buNone/>
            </a:pPr>
            <a:r>
              <a:rPr b="1" lang="en" sz="1470">
                <a:solidFill>
                  <a:schemeClr val="accent1"/>
                </a:solidFill>
                <a:latin typeface="Plus Jakarta Sans"/>
                <a:ea typeface="Plus Jakarta Sans"/>
                <a:cs typeface="Plus Jakarta Sans"/>
                <a:sym typeface="Plus Jakarta Sans"/>
              </a:rPr>
              <a:t>Customer Satisfaction Surveys</a:t>
            </a:r>
            <a:endParaRPr b="1" sz="1470">
              <a:solidFill>
                <a:schemeClr val="accent1"/>
              </a:solidFill>
              <a:latin typeface="Plus Jakarta Sans"/>
              <a:ea typeface="Plus Jakarta Sans"/>
              <a:cs typeface="Plus Jakarta Sans"/>
              <a:sym typeface="Plus Jakarta Sans"/>
            </a:endParaRPr>
          </a:p>
          <a:p>
            <a:pPr indent="0" lvl="0" marL="0" rtl="0" algn="l">
              <a:lnSpc>
                <a:spcPct val="100000"/>
              </a:lnSpc>
              <a:spcBef>
                <a:spcPts val="0"/>
              </a:spcBef>
              <a:spcAft>
                <a:spcPts val="0"/>
              </a:spcAft>
              <a:buClr>
                <a:schemeClr val="dk1"/>
              </a:buClr>
              <a:buSzPts val="1155"/>
              <a:buFont typeface="Arial"/>
              <a:buNone/>
            </a:pPr>
            <a:r>
              <a:rPr b="1" lang="en" sz="1470">
                <a:solidFill>
                  <a:schemeClr val="accent1"/>
                </a:solidFill>
                <a:latin typeface="Plus Jakarta Sans"/>
                <a:ea typeface="Plus Jakarta Sans"/>
                <a:cs typeface="Plus Jakarta Sans"/>
                <a:sym typeface="Plus Jakarta Sans"/>
              </a:rPr>
              <a:t> End-of-Project Surveys</a:t>
            </a:r>
            <a:endParaRPr b="1" sz="1470">
              <a:solidFill>
                <a:schemeClr val="accent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840">
              <a:solidFill>
                <a:schemeClr val="accent1"/>
              </a:solidFill>
              <a:latin typeface="Plus Jakarta Sans Light"/>
              <a:ea typeface="Plus Jakarta Sans Light"/>
              <a:cs typeface="Plus Jakarta Sans Light"/>
              <a:sym typeface="Plus Jakarta Sans Light"/>
            </a:endParaRPr>
          </a:p>
        </p:txBody>
      </p:sp>
      <p:pic>
        <p:nvPicPr>
          <p:cNvPr id="641" name="Google Shape;641;p86"/>
          <p:cNvPicPr preferRelativeResize="0"/>
          <p:nvPr/>
        </p:nvPicPr>
        <p:blipFill>
          <a:blip r:embed="rId4">
            <a:alphaModFix/>
          </a:blip>
          <a:stretch>
            <a:fillRect/>
          </a:stretch>
        </p:blipFill>
        <p:spPr>
          <a:xfrm>
            <a:off x="7886700" y="4689225"/>
            <a:ext cx="914400" cy="451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7"/>
          <p:cNvSpPr/>
          <p:nvPr/>
        </p:nvSpPr>
        <p:spPr>
          <a:xfrm>
            <a:off x="342900" y="824950"/>
            <a:ext cx="5797500" cy="3563400"/>
          </a:xfrm>
          <a:prstGeom prst="roundRect">
            <a:avLst>
              <a:gd fmla="val 2368" name="adj"/>
            </a:avLst>
          </a:prstGeom>
          <a:solidFill>
            <a:schemeClr val="lt1"/>
          </a:solidFill>
          <a:ln>
            <a:noFill/>
          </a:ln>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t/>
            </a:r>
            <a:endParaRPr sz="1100">
              <a:solidFill>
                <a:schemeClr val="dk1"/>
              </a:solidFill>
              <a:latin typeface="Helvetica Neue"/>
              <a:ea typeface="Helvetica Neue"/>
              <a:cs typeface="Helvetica Neue"/>
              <a:sym typeface="Helvetica Neue"/>
            </a:endParaRPr>
          </a:p>
        </p:txBody>
      </p:sp>
      <p:sp>
        <p:nvSpPr>
          <p:cNvPr id="647" name="Google Shape;647;p87"/>
          <p:cNvSpPr txBox="1"/>
          <p:nvPr>
            <p:ph type="title"/>
          </p:nvPr>
        </p:nvSpPr>
        <p:spPr>
          <a:xfrm>
            <a:off x="231025" y="228600"/>
            <a:ext cx="6251400" cy="492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Next Steps</a:t>
            </a:r>
            <a:endParaRPr/>
          </a:p>
        </p:txBody>
      </p:sp>
      <p:sp>
        <p:nvSpPr>
          <p:cNvPr id="648" name="Google Shape;648;p87"/>
          <p:cNvSpPr txBox="1"/>
          <p:nvPr>
            <p:ph idx="1" type="body"/>
          </p:nvPr>
        </p:nvSpPr>
        <p:spPr>
          <a:xfrm>
            <a:off x="457400" y="1031325"/>
            <a:ext cx="5401200" cy="1528500"/>
          </a:xfrm>
          <a:prstGeom prst="rect">
            <a:avLst/>
          </a:prstGeom>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rgbClr val="1B1C1D"/>
              </a:buClr>
              <a:buSzPts val="1400"/>
              <a:buChar char="●"/>
            </a:pPr>
            <a:r>
              <a:rPr lang="en" sz="1400">
                <a:solidFill>
                  <a:srgbClr val="1B1C1D"/>
                </a:solidFill>
              </a:rPr>
              <a:t>Send recap / action items</a:t>
            </a:r>
            <a:endParaRPr sz="1400">
              <a:solidFill>
                <a:srgbClr val="1B1C1D"/>
              </a:solidFill>
            </a:endParaRPr>
          </a:p>
          <a:p>
            <a:pPr indent="-317500" lvl="0" marL="457200" rtl="0" algn="l">
              <a:lnSpc>
                <a:spcPct val="115000"/>
              </a:lnSpc>
              <a:spcBef>
                <a:spcPts val="1000"/>
              </a:spcBef>
              <a:spcAft>
                <a:spcPts val="0"/>
              </a:spcAft>
              <a:buClr>
                <a:srgbClr val="1B1C1D"/>
              </a:buClr>
              <a:buSzPts val="1400"/>
              <a:buChar char="●"/>
            </a:pPr>
            <a:r>
              <a:rPr lang="en" sz="1400">
                <a:solidFill>
                  <a:srgbClr val="1B1C1D"/>
                </a:solidFill>
              </a:rPr>
              <a:t>Gap </a:t>
            </a:r>
            <a:r>
              <a:rPr lang="en" sz="1400">
                <a:solidFill>
                  <a:srgbClr val="1B1C1D"/>
                </a:solidFill>
              </a:rPr>
              <a:t>Remediation Sessions</a:t>
            </a:r>
            <a:endParaRPr sz="1400">
              <a:solidFill>
                <a:srgbClr val="1B1C1D"/>
              </a:solidFill>
            </a:endParaRPr>
          </a:p>
          <a:p>
            <a:pPr indent="-317500" lvl="0" marL="457200" rtl="0" algn="l">
              <a:spcBef>
                <a:spcPts val="1000"/>
              </a:spcBef>
              <a:spcAft>
                <a:spcPts val="0"/>
              </a:spcAft>
              <a:buClr>
                <a:srgbClr val="1B1C1D"/>
              </a:buClr>
              <a:buSzPts val="1400"/>
              <a:buChar char="●"/>
            </a:pPr>
            <a:r>
              <a:rPr lang="en" sz="1400">
                <a:solidFill>
                  <a:srgbClr val="1B1C1D"/>
                </a:solidFill>
              </a:rPr>
              <a:t>Approach Alignment Sign-off</a:t>
            </a:r>
            <a:endParaRPr sz="1400">
              <a:solidFill>
                <a:srgbClr val="1B1C1D"/>
              </a:solidFill>
            </a:endParaRPr>
          </a:p>
          <a:p>
            <a:pPr indent="-317500" lvl="0" marL="457200" rtl="0" algn="l">
              <a:spcBef>
                <a:spcPts val="1000"/>
              </a:spcBef>
              <a:spcAft>
                <a:spcPts val="1000"/>
              </a:spcAft>
              <a:buClr>
                <a:srgbClr val="1B1C1D"/>
              </a:buClr>
              <a:buSzPts val="1400"/>
              <a:buChar char="●"/>
            </a:pPr>
            <a:r>
              <a:rPr lang="en" sz="1400">
                <a:solidFill>
                  <a:srgbClr val="1B1C1D"/>
                </a:solidFill>
              </a:rPr>
              <a:t>Finalize Timeline</a:t>
            </a:r>
            <a:endParaRPr sz="1400">
              <a:solidFill>
                <a:srgbClr val="1B1C1D"/>
              </a:solidFill>
            </a:endParaRPr>
          </a:p>
        </p:txBody>
      </p:sp>
      <p:pic>
        <p:nvPicPr>
          <p:cNvPr id="649" name="Google Shape;649;p87"/>
          <p:cNvPicPr preferRelativeResize="0"/>
          <p:nvPr/>
        </p:nvPicPr>
        <p:blipFill>
          <a:blip r:embed="rId3">
            <a:alphaModFix/>
          </a:blip>
          <a:stretch>
            <a:fillRect/>
          </a:stretch>
        </p:blipFill>
        <p:spPr>
          <a:xfrm>
            <a:off x="937800" y="4689225"/>
            <a:ext cx="914400" cy="4513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88"/>
          <p:cNvSpPr txBox="1"/>
          <p:nvPr>
            <p:ph type="title"/>
          </p:nvPr>
        </p:nvSpPr>
        <p:spPr>
          <a:xfrm>
            <a:off x="231025" y="2375525"/>
            <a:ext cx="8641500" cy="585000"/>
          </a:xfrm>
          <a:prstGeom prst="rect">
            <a:avLst/>
          </a:prstGeom>
        </p:spPr>
        <p:txBody>
          <a:bodyPr anchorCtr="0" anchor="ctr" bIns="91425" lIns="228600" spcFirstLastPara="1" rIns="91425" wrap="square" tIns="91425">
            <a:spAutoFit/>
          </a:bodyPr>
          <a:lstStyle/>
          <a:p>
            <a:pPr indent="0" lvl="0" marL="0" rtl="0" algn="l">
              <a:spcBef>
                <a:spcPts val="0"/>
              </a:spcBef>
              <a:spcAft>
                <a:spcPts val="0"/>
              </a:spcAft>
              <a:buNone/>
            </a:pPr>
            <a:r>
              <a:rPr lang="en"/>
              <a:t>Q &amp; 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66degrees ✧">
  <a:themeElements>
    <a:clrScheme name="Simple Light">
      <a:dk1>
        <a:srgbClr val="040A1B"/>
      </a:dk1>
      <a:lt1>
        <a:srgbClr val="FFFDF9"/>
      </a:lt1>
      <a:dk2>
        <a:srgbClr val="ECECEC"/>
      </a:dk2>
      <a:lt2>
        <a:srgbClr val="A7A7A7"/>
      </a:lt2>
      <a:accent1>
        <a:srgbClr val="0052FF"/>
      </a:accent1>
      <a:accent2>
        <a:srgbClr val="B3C5D0"/>
      </a:accent2>
      <a:accent3>
        <a:srgbClr val="B6D7A8"/>
      </a:accent3>
      <a:accent4>
        <a:srgbClr val="EA9999"/>
      </a:accent4>
      <a:accent5>
        <a:srgbClr val="FFE599"/>
      </a:accent5>
      <a:accent6>
        <a:srgbClr val="F9CB9C"/>
      </a:accent6>
      <a:hlink>
        <a:srgbClr val="0052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66degrees ✧">
  <a:themeElements>
    <a:clrScheme name="Simple Light">
      <a:dk1>
        <a:srgbClr val="040A1B"/>
      </a:dk1>
      <a:lt1>
        <a:srgbClr val="FFFDF9"/>
      </a:lt1>
      <a:dk2>
        <a:srgbClr val="ECECEC"/>
      </a:dk2>
      <a:lt2>
        <a:srgbClr val="A7A7A7"/>
      </a:lt2>
      <a:accent1>
        <a:srgbClr val="0052FF"/>
      </a:accent1>
      <a:accent2>
        <a:srgbClr val="B3C5D0"/>
      </a:accent2>
      <a:accent3>
        <a:srgbClr val="B6D7A8"/>
      </a:accent3>
      <a:accent4>
        <a:srgbClr val="EA9999"/>
      </a:accent4>
      <a:accent5>
        <a:srgbClr val="FFE599"/>
      </a:accent5>
      <a:accent6>
        <a:srgbClr val="F9CB9C"/>
      </a:accent6>
      <a:hlink>
        <a:srgbClr val="0052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